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24">
          <p15:clr>
            <a:srgbClr val="A4A3A4"/>
          </p15:clr>
        </p15:guide>
        <p15:guide id="2" pos="7368">
          <p15:clr>
            <a:srgbClr val="A4A3A4"/>
          </p15:clr>
        </p15:guide>
        <p15:guide id="3" pos="312">
          <p15:clr>
            <a:srgbClr val="A4A3A4"/>
          </p15:clr>
        </p15:guide>
        <p15:guide id="4" orient="horz" pos="2856">
          <p15:clr>
            <a:srgbClr val="A4A3A4"/>
          </p15:clr>
        </p15:guide>
        <p15:guide id="5" pos="5928">
          <p15:clr>
            <a:srgbClr val="A4A3A4"/>
          </p15:clr>
        </p15:guide>
        <p15:guide id="6" pos="6168">
          <p15:clr>
            <a:srgbClr val="A4A3A4"/>
          </p15:clr>
        </p15:guide>
        <p15:guide id="7" pos="1512">
          <p15:clr>
            <a:srgbClr val="A4A3A4"/>
          </p15:clr>
        </p15:guide>
        <p15:guide id="8" orient="horz" pos="264">
          <p15:clr>
            <a:srgbClr val="A4A3A4"/>
          </p15:clr>
        </p15:guide>
        <p15:guide id="9" pos="2496">
          <p15:clr>
            <a:srgbClr val="A4A3A4"/>
          </p15:clr>
        </p15:guide>
        <p15:guide id="10" pos="2688">
          <p15:clr>
            <a:srgbClr val="A4A3A4"/>
          </p15:clr>
        </p15:guide>
        <p15:guide id="11" pos="4536">
          <p15:clr>
            <a:srgbClr val="A4A3A4"/>
          </p15:clr>
        </p15:guide>
        <p15:guide id="12" pos="4008">
          <p15:clr>
            <a:srgbClr val="A4A3A4"/>
          </p15:clr>
        </p15:guide>
        <p15:guide id="13" pos="4944">
          <p15:clr>
            <a:srgbClr val="A4A3A4"/>
          </p15:clr>
        </p15:guide>
        <p15:guide id="14" pos="5136">
          <p15:clr>
            <a:srgbClr val="A4A3A4"/>
          </p15:clr>
        </p15:guide>
        <p15:guide id="15" orient="horz" pos="1584">
          <p15:clr>
            <a:srgbClr val="A4A3A4"/>
          </p15:clr>
        </p15:guide>
        <p15:guide id="16" orient="horz" pos="2736">
          <p15:clr>
            <a:srgbClr val="A4A3A4"/>
          </p15:clr>
        </p15:guide>
        <p15:guide id="17" orient="horz" pos="3648">
          <p15:clr>
            <a:srgbClr val="A4A3A4"/>
          </p15:clr>
        </p15:guide>
        <p15:guide id="18" orient="horz" pos="864">
          <p15:clr>
            <a:srgbClr val="A4A3A4"/>
          </p15:clr>
        </p15:guide>
        <p15:guide id="19" orient="horz" pos="3984">
          <p15:clr>
            <a:srgbClr val="A4A3A4"/>
          </p15:clr>
        </p15:guide>
        <p15:guide id="20" pos="456">
          <p15:clr>
            <a:srgbClr val="A4A3A4"/>
          </p15:clr>
        </p15:guide>
        <p15:guide id="21" pos="7248">
          <p15:clr>
            <a:srgbClr val="A4A3A4"/>
          </p15:clr>
        </p15:guide>
        <p15:guide id="22" orient="horz" pos="1920">
          <p15:clr>
            <a:srgbClr val="A4A3A4"/>
          </p15:clr>
        </p15:guide>
        <p15:guide id="23" orient="horz" pos="2256">
          <p15:clr>
            <a:srgbClr val="A4A3A4"/>
          </p15:clr>
        </p15:guide>
        <p15:guide id="24" pos="7176">
          <p15:clr>
            <a:srgbClr val="A4A3A4"/>
          </p15:clr>
        </p15:guide>
        <p15:guide id="25" orient="horz" pos="1704">
          <p15:clr>
            <a:srgbClr val="A4A3A4"/>
          </p15:clr>
        </p15:guide>
        <p15:guide id="26" pos="4176">
          <p15:clr>
            <a:srgbClr val="A4A3A4"/>
          </p15:clr>
        </p15:guide>
        <p15:guide id="27" orient="horz" pos="2592">
          <p15:clr>
            <a:srgbClr val="A4A3A4"/>
          </p15:clr>
        </p15:guide>
        <p15:guide id="28" pos="6912">
          <p15:clr>
            <a:srgbClr val="A4A3A4"/>
          </p15:clr>
        </p15:guide>
        <p15:guide id="29" pos="35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24" orient="horz"/>
        <p:guide pos="7368"/>
        <p:guide pos="312"/>
        <p:guide pos="2856" orient="horz"/>
        <p:guide pos="5928"/>
        <p:guide pos="6168"/>
        <p:guide pos="1512"/>
        <p:guide pos="264" orient="horz"/>
        <p:guide pos="2496"/>
        <p:guide pos="2688"/>
        <p:guide pos="4536"/>
        <p:guide pos="4008"/>
        <p:guide pos="4944"/>
        <p:guide pos="5136"/>
        <p:guide pos="1584" orient="horz"/>
        <p:guide pos="2736" orient="horz"/>
        <p:guide pos="3648" orient="horz"/>
        <p:guide pos="864" orient="horz"/>
        <p:guide pos="3984" orient="horz"/>
        <p:guide pos="456"/>
        <p:guide pos="7248"/>
        <p:guide pos="1920" orient="horz"/>
        <p:guide pos="2256" orient="horz"/>
        <p:guide pos="7176"/>
        <p:guide pos="1704" orient="horz"/>
        <p:guide pos="4176"/>
        <p:guide pos="2592" orient="horz"/>
        <p:guide pos="6912"/>
        <p:guide pos="355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64" name="Google Shape;16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72" name="Google Shape;17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e9450db05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7e9450db05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81" name="Google Shape;181;g37e9450db05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90" name="Google Shape;19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01" name="Google Shape;20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10" name="Google Shape;21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19" name="Google Shape;2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28" name="Google Shape;2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37" name="Google Shape;23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46" name="Google Shape;24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55" name="Google Shape;25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64" name="Google Shape;26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73" name="Google Shape;2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83" name="Google Shape;28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93" name="Google Shape;29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03" name="Google Shape;30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13" name="Google Shape;31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23" name="Google Shape;32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33" name="Google Shape;33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43" name="Google Shape;34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7e5f4c016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7e5f4c016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53" name="Google Shape;353;g37e5f4c016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7e2033c023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g37e2033c023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63" name="Google Shape;363;g37e2033c023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7e2033c023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37e2033c023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72" name="Google Shape;372;g37e2033c023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7e2033c023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g37e2033c023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81" name="Google Shape;381;g37e2033c023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7e2033c023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7e2033c023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90" name="Google Shape;390;g37e2033c023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7e2033c023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7e2033c023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99" name="Google Shape;399;g37e2033c023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7e2033c02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7e2033c02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08" name="Google Shape;408;g37e2033c02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17" name="Google Shape;41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bg>
      <p:bgPr>
        <a:solidFill>
          <a:schemeClr val="dk2"/>
        </a:solid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2267712" y="1408176"/>
            <a:ext cx="6400800" cy="2387600"/>
          </a:xfrm>
          <a:prstGeom prst="rect">
            <a:avLst/>
          </a:prstGeom>
          <a:noFill/>
          <a:ln>
            <a:noFill/>
          </a:ln>
        </p:spPr>
        <p:txBody>
          <a:bodyPr anchorCtr="0" anchor="t" bIns="45700" lIns="91425" spcFirstLastPara="1" rIns="91425" wrap="square" tIns="45700">
            <a:normAutofit/>
          </a:bodyPr>
          <a:lstStyle>
            <a:lvl1pPr lvl="0" algn="l">
              <a:lnSpc>
                <a:spcPct val="80000"/>
              </a:lnSpc>
              <a:spcBef>
                <a:spcPts val="0"/>
              </a:spcBef>
              <a:spcAft>
                <a:spcPts val="0"/>
              </a:spcAft>
              <a:buClr>
                <a:schemeClr val="lt1"/>
              </a:buClr>
              <a:buSzPts val="7200"/>
              <a:buFont typeface="Arial"/>
              <a:buNone/>
              <a:defRPr sz="72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3867912" y="5047488"/>
            <a:ext cx="5486400" cy="384048"/>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lt1"/>
              </a:buClr>
              <a:buSzPts val="2400"/>
              <a:buNone/>
              <a:defRPr b="1" sz="2400">
                <a:solidFill>
                  <a:schemeClr val="lt1"/>
                </a:solidFill>
              </a:defRPr>
            </a:lvl1pPr>
            <a:lvl2pPr lvl="1" algn="ctr">
              <a:lnSpc>
                <a:spcPct val="90000"/>
              </a:lnSpc>
              <a:spcBef>
                <a:spcPts val="500"/>
              </a:spcBef>
              <a:spcAft>
                <a:spcPts val="0"/>
              </a:spcAft>
              <a:buClr>
                <a:schemeClr val="dk2"/>
              </a:buClr>
              <a:buSzPts val="2000"/>
              <a:buNone/>
              <a:defRPr sz="2000"/>
            </a:lvl2pPr>
            <a:lvl3pPr lvl="2" algn="ctr">
              <a:lnSpc>
                <a:spcPct val="90000"/>
              </a:lnSpc>
              <a:spcBef>
                <a:spcPts val="500"/>
              </a:spcBef>
              <a:spcAft>
                <a:spcPts val="0"/>
              </a:spcAft>
              <a:buClr>
                <a:schemeClr val="dk2"/>
              </a:buClr>
              <a:buSzPts val="1800"/>
              <a:buNone/>
              <a:defRPr sz="1800"/>
            </a:lvl3pPr>
            <a:lvl4pPr lvl="3" algn="ctr">
              <a:lnSpc>
                <a:spcPct val="90000"/>
              </a:lnSpc>
              <a:spcBef>
                <a:spcPts val="500"/>
              </a:spcBef>
              <a:spcAft>
                <a:spcPts val="0"/>
              </a:spcAft>
              <a:buClr>
                <a:schemeClr val="dk2"/>
              </a:buClr>
              <a:buSzPts val="1600"/>
              <a:buNone/>
              <a:defRPr sz="1600"/>
            </a:lvl4pPr>
            <a:lvl5pPr lvl="4" algn="ctr">
              <a:lnSpc>
                <a:spcPct val="90000"/>
              </a:lnSpc>
              <a:spcBef>
                <a:spcPts val="50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8" name="Google Shape;18;p2"/>
          <p:cNvGrpSpPr/>
          <p:nvPr/>
        </p:nvGrpSpPr>
        <p:grpSpPr>
          <a:xfrm>
            <a:off x="3979533" y="5801746"/>
            <a:ext cx="8221703" cy="0"/>
            <a:chOff x="3733800" y="5539861"/>
            <a:chExt cx="8221703" cy="0"/>
          </a:xfrm>
        </p:grpSpPr>
        <p:cxnSp>
          <p:nvCxnSpPr>
            <p:cNvPr id="19" name="Google Shape;19;p2"/>
            <p:cNvCxnSpPr/>
            <p:nvPr/>
          </p:nvCxnSpPr>
          <p:spPr>
            <a:xfrm>
              <a:off x="3733800" y="5539861"/>
              <a:ext cx="6054153" cy="0"/>
            </a:xfrm>
            <a:prstGeom prst="straightConnector1">
              <a:avLst/>
            </a:prstGeom>
            <a:noFill/>
            <a:ln cap="flat" cmpd="sng" w="57150">
              <a:solidFill>
                <a:schemeClr val="lt1"/>
              </a:solidFill>
              <a:prstDash val="solid"/>
              <a:miter lim="800000"/>
              <a:headEnd len="sm" w="sm" type="none"/>
              <a:tailEnd len="sm" w="sm" type="none"/>
            </a:ln>
          </p:spPr>
        </p:cxnSp>
        <p:cxnSp>
          <p:nvCxnSpPr>
            <p:cNvPr id="20" name="Google Shape;20;p2"/>
            <p:cNvCxnSpPr/>
            <p:nvPr/>
          </p:nvCxnSpPr>
          <p:spPr>
            <a:xfrm>
              <a:off x="9783803" y="5539861"/>
              <a:ext cx="2171700" cy="0"/>
            </a:xfrm>
            <a:prstGeom prst="straightConnector1">
              <a:avLst/>
            </a:prstGeom>
            <a:noFill/>
            <a:ln cap="flat" cmpd="sng" w="57150">
              <a:solidFill>
                <a:schemeClr val="accent3"/>
              </a:solidFill>
              <a:prstDash val="solid"/>
              <a:miter lim="800000"/>
              <a:headEnd len="sm" w="sm" type="none"/>
              <a:tailEnd len="sm" w="sm"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duas colunas claras">
  <p:cSld name="Título e duas colunas claras">
    <p:bg>
      <p:bgPr>
        <a:solidFill>
          <a:schemeClr val="accent6"/>
        </a:solidFill>
      </p:bgPr>
    </p:bg>
    <p:spTree>
      <p:nvGrpSpPr>
        <p:cNvPr id="21" name="Shape 21"/>
        <p:cNvGrpSpPr/>
        <p:nvPr/>
      </p:nvGrpSpPr>
      <p:grpSpPr>
        <a:xfrm>
          <a:off x="0" y="0"/>
          <a:ext cx="0" cy="0"/>
          <a:chOff x="0" y="0"/>
          <a:chExt cx="0" cy="0"/>
        </a:xfrm>
      </p:grpSpPr>
      <p:sp>
        <p:nvSpPr>
          <p:cNvPr id="22" name="Google Shape;22;p3"/>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24" name="Google Shape;24;p3"/>
          <p:cNvSpPr/>
          <p:nvPr/>
        </p:nvSpPr>
        <p:spPr>
          <a:xfrm>
            <a:off x="0" y="722376"/>
            <a:ext cx="12192000" cy="5413248"/>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3"/>
          <p:cNvSpPr txBox="1"/>
          <p:nvPr>
            <p:ph type="title"/>
          </p:nvPr>
        </p:nvSpPr>
        <p:spPr>
          <a:xfrm>
            <a:off x="603504" y="1463040"/>
            <a:ext cx="10515600" cy="575321"/>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dk2"/>
              </a:buClr>
              <a:buSzPts val="5000"/>
              <a:buFont typeface="Arial"/>
              <a:buNone/>
              <a:defRPr sz="5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
          <p:cNvSpPr txBox="1"/>
          <p:nvPr>
            <p:ph idx="1" type="body"/>
          </p:nvPr>
        </p:nvSpPr>
        <p:spPr>
          <a:xfrm>
            <a:off x="649224" y="2971800"/>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
          <p:cNvSpPr txBox="1"/>
          <p:nvPr>
            <p:ph idx="2" type="body"/>
          </p:nvPr>
        </p:nvSpPr>
        <p:spPr>
          <a:xfrm>
            <a:off x="6236208" y="2971800"/>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
          <p:cNvSpPr txBox="1"/>
          <p:nvPr>
            <p:ph idx="3" type="body"/>
          </p:nvPr>
        </p:nvSpPr>
        <p:spPr>
          <a:xfrm>
            <a:off x="365760" y="3401568"/>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
          <p:cNvSpPr txBox="1"/>
          <p:nvPr>
            <p:ph idx="4" type="body"/>
          </p:nvPr>
        </p:nvSpPr>
        <p:spPr>
          <a:xfrm>
            <a:off x="5943600" y="3401568"/>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30" name="Google Shape;30;p3"/>
          <p:cNvGrpSpPr/>
          <p:nvPr/>
        </p:nvGrpSpPr>
        <p:grpSpPr>
          <a:xfrm rot="10800000">
            <a:off x="726958" y="2521655"/>
            <a:ext cx="11480808" cy="1"/>
            <a:chOff x="2077471" y="5539116"/>
            <a:chExt cx="11480808" cy="1"/>
          </a:xfrm>
        </p:grpSpPr>
        <p:cxnSp>
          <p:nvCxnSpPr>
            <p:cNvPr id="31" name="Google Shape;31;p3"/>
            <p:cNvCxnSpPr/>
            <p:nvPr/>
          </p:nvCxnSpPr>
          <p:spPr>
            <a:xfrm>
              <a:off x="2077471" y="5539116"/>
              <a:ext cx="4755396" cy="0"/>
            </a:xfrm>
            <a:prstGeom prst="straightConnector1">
              <a:avLst/>
            </a:prstGeom>
            <a:noFill/>
            <a:ln cap="flat" cmpd="sng" w="57150">
              <a:solidFill>
                <a:schemeClr val="accent6"/>
              </a:solidFill>
              <a:prstDash val="solid"/>
              <a:miter lim="800000"/>
              <a:headEnd len="sm" w="sm" type="none"/>
              <a:tailEnd len="sm" w="sm" type="none"/>
            </a:ln>
          </p:spPr>
        </p:cxnSp>
        <p:cxnSp>
          <p:nvCxnSpPr>
            <p:cNvPr id="32" name="Google Shape;32;p3"/>
            <p:cNvCxnSpPr/>
            <p:nvPr/>
          </p:nvCxnSpPr>
          <p:spPr>
            <a:xfrm>
              <a:off x="6816103" y="5539117"/>
              <a:ext cx="6742176" cy="0"/>
            </a:xfrm>
            <a:prstGeom prst="straightConnector1">
              <a:avLst/>
            </a:prstGeom>
            <a:noFill/>
            <a:ln cap="flat" cmpd="sng" w="57150">
              <a:solidFill>
                <a:schemeClr val="accent3"/>
              </a:solidFill>
              <a:prstDash val="solid"/>
              <a:miter lim="800000"/>
              <a:headEnd len="sm" w="sm" type="none"/>
              <a:tailEnd len="sm" w="sm" type="none"/>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is conteúdos à direita">
  <p:cSld name="Dois conteúdos à direita">
    <p:bg>
      <p:bgPr>
        <a:solidFill>
          <a:schemeClr val="lt2"/>
        </a:solidFill>
      </p:bgPr>
    </p:bg>
    <p:spTree>
      <p:nvGrpSpPr>
        <p:cNvPr id="33" name="Shape 33"/>
        <p:cNvGrpSpPr/>
        <p:nvPr/>
      </p:nvGrpSpPr>
      <p:grpSpPr>
        <a:xfrm>
          <a:off x="0" y="0"/>
          <a:ext cx="0" cy="0"/>
          <a:chOff x="0" y="0"/>
          <a:chExt cx="0" cy="0"/>
        </a:xfrm>
      </p:grpSpPr>
      <p:sp>
        <p:nvSpPr>
          <p:cNvPr id="34" name="Google Shape;34;p4"/>
          <p:cNvSpPr/>
          <p:nvPr/>
        </p:nvSpPr>
        <p:spPr>
          <a:xfrm>
            <a:off x="-12700" y="858"/>
            <a:ext cx="3060700" cy="685714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 name="Google Shape;35;p4"/>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37" name="Google Shape;37;p4"/>
          <p:cNvSpPr txBox="1"/>
          <p:nvPr>
            <p:ph type="title"/>
          </p:nvPr>
        </p:nvSpPr>
        <p:spPr>
          <a:xfrm>
            <a:off x="667512" y="1399032"/>
            <a:ext cx="4846320" cy="1682749"/>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dk2"/>
              </a:buClr>
              <a:buSzPts val="5000"/>
              <a:buFont typeface="Arial"/>
              <a:buNone/>
              <a:defRPr sz="5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
          <p:cNvSpPr txBox="1"/>
          <p:nvPr>
            <p:ph idx="1" type="body"/>
          </p:nvPr>
        </p:nvSpPr>
        <p:spPr>
          <a:xfrm>
            <a:off x="6245352" y="1252728"/>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
          <p:cNvSpPr txBox="1"/>
          <p:nvPr>
            <p:ph idx="2" type="body"/>
          </p:nvPr>
        </p:nvSpPr>
        <p:spPr>
          <a:xfrm>
            <a:off x="6245352" y="3502152"/>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
          <p:cNvSpPr txBox="1"/>
          <p:nvPr>
            <p:ph idx="3" type="body"/>
          </p:nvPr>
        </p:nvSpPr>
        <p:spPr>
          <a:xfrm>
            <a:off x="5989320" y="1792224"/>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
          <p:cNvSpPr txBox="1"/>
          <p:nvPr>
            <p:ph idx="4" type="body"/>
          </p:nvPr>
        </p:nvSpPr>
        <p:spPr>
          <a:xfrm>
            <a:off x="5989320" y="3941064"/>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2" name="Google Shape;42;p4"/>
          <p:cNvGrpSpPr/>
          <p:nvPr/>
        </p:nvGrpSpPr>
        <p:grpSpPr>
          <a:xfrm>
            <a:off x="-11882" y="3045007"/>
            <a:ext cx="4279082" cy="364"/>
            <a:chOff x="5475479" y="5537794"/>
            <a:chExt cx="4279082" cy="364"/>
          </a:xfrm>
        </p:grpSpPr>
        <p:cxnSp>
          <p:nvCxnSpPr>
            <p:cNvPr id="43" name="Google Shape;43;p4"/>
            <p:cNvCxnSpPr/>
            <p:nvPr/>
          </p:nvCxnSpPr>
          <p:spPr>
            <a:xfrm>
              <a:off x="5475479" y="5537976"/>
              <a:ext cx="3060700" cy="0"/>
            </a:xfrm>
            <a:prstGeom prst="straightConnector1">
              <a:avLst/>
            </a:prstGeom>
            <a:noFill/>
            <a:ln cap="flat" cmpd="sng" w="57150">
              <a:solidFill>
                <a:schemeClr val="accent5"/>
              </a:solidFill>
              <a:prstDash val="solid"/>
              <a:miter lim="800000"/>
              <a:headEnd len="sm" w="sm" type="none"/>
              <a:tailEnd len="sm" w="sm" type="none"/>
            </a:ln>
          </p:spPr>
        </p:cxnSp>
        <p:cxnSp>
          <p:nvCxnSpPr>
            <p:cNvPr id="44" name="Google Shape;44;p4"/>
            <p:cNvCxnSpPr/>
            <p:nvPr/>
          </p:nvCxnSpPr>
          <p:spPr>
            <a:xfrm flipH="1" rot="10800000">
              <a:off x="8537690" y="5537794"/>
              <a:ext cx="1216871" cy="364"/>
            </a:xfrm>
            <a:prstGeom prst="straightConnector1">
              <a:avLst/>
            </a:prstGeom>
            <a:noFill/>
            <a:ln cap="flat" cmpd="sng" w="57150">
              <a:solidFill>
                <a:schemeClr val="dk2"/>
              </a:solidFill>
              <a:prstDash val="solid"/>
              <a:miter lim="800000"/>
              <a:headEnd len="sm" w="sm" type="none"/>
              <a:tailEnd len="sm" w="sm" type="none"/>
            </a:ln>
          </p:spPr>
        </p:cxnSp>
      </p:gr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ixa escura de título e conteúdo">
  <p:cSld name="Faixa escura de título e conteúdo">
    <p:bg>
      <p:bgPr>
        <a:solidFill>
          <a:schemeClr val="accent5"/>
        </a:solidFill>
      </p:bgPr>
    </p:bg>
    <p:spTree>
      <p:nvGrpSpPr>
        <p:cNvPr id="45" name="Shape 45"/>
        <p:cNvGrpSpPr/>
        <p:nvPr/>
      </p:nvGrpSpPr>
      <p:grpSpPr>
        <a:xfrm>
          <a:off x="0" y="0"/>
          <a:ext cx="0" cy="0"/>
          <a:chOff x="0" y="0"/>
          <a:chExt cx="0" cy="0"/>
        </a:xfrm>
      </p:grpSpPr>
      <p:sp>
        <p:nvSpPr>
          <p:cNvPr id="46" name="Google Shape;46;p5"/>
          <p:cNvSpPr/>
          <p:nvPr/>
        </p:nvSpPr>
        <p:spPr>
          <a:xfrm>
            <a:off x="0" y="0"/>
            <a:ext cx="12192000" cy="304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 name="Google Shape;47;p5"/>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accent5"/>
                </a:solidFill>
                <a:latin typeface="Arial"/>
                <a:ea typeface="Arial"/>
                <a:cs typeface="Arial"/>
                <a:sym typeface="Arial"/>
              </a:defRPr>
            </a:lvl1pPr>
            <a:lvl2pPr indent="0" lvl="1" marL="0" marR="0" algn="r">
              <a:spcBef>
                <a:spcPts val="0"/>
              </a:spcBef>
              <a:buNone/>
              <a:defRPr sz="1200">
                <a:solidFill>
                  <a:schemeClr val="accent5"/>
                </a:solidFill>
                <a:latin typeface="Arial"/>
                <a:ea typeface="Arial"/>
                <a:cs typeface="Arial"/>
                <a:sym typeface="Arial"/>
              </a:defRPr>
            </a:lvl2pPr>
            <a:lvl3pPr indent="0" lvl="2" marL="0" marR="0" algn="r">
              <a:spcBef>
                <a:spcPts val="0"/>
              </a:spcBef>
              <a:buNone/>
              <a:defRPr sz="1200">
                <a:solidFill>
                  <a:schemeClr val="accent5"/>
                </a:solidFill>
                <a:latin typeface="Arial"/>
                <a:ea typeface="Arial"/>
                <a:cs typeface="Arial"/>
                <a:sym typeface="Arial"/>
              </a:defRPr>
            </a:lvl3pPr>
            <a:lvl4pPr indent="0" lvl="3" marL="0" marR="0" algn="r">
              <a:spcBef>
                <a:spcPts val="0"/>
              </a:spcBef>
              <a:buNone/>
              <a:defRPr sz="1200">
                <a:solidFill>
                  <a:schemeClr val="accent5"/>
                </a:solidFill>
                <a:latin typeface="Arial"/>
                <a:ea typeface="Arial"/>
                <a:cs typeface="Arial"/>
                <a:sym typeface="Arial"/>
              </a:defRPr>
            </a:lvl4pPr>
            <a:lvl5pPr indent="0" lvl="4" marL="0" marR="0" algn="r">
              <a:spcBef>
                <a:spcPts val="0"/>
              </a:spcBef>
              <a:buNone/>
              <a:defRPr sz="1200">
                <a:solidFill>
                  <a:schemeClr val="accent5"/>
                </a:solidFill>
                <a:latin typeface="Arial"/>
                <a:ea typeface="Arial"/>
                <a:cs typeface="Arial"/>
                <a:sym typeface="Arial"/>
              </a:defRPr>
            </a:lvl5pPr>
            <a:lvl6pPr indent="0" lvl="5" marL="0" marR="0" algn="r">
              <a:spcBef>
                <a:spcPts val="0"/>
              </a:spcBef>
              <a:buNone/>
              <a:defRPr sz="1200">
                <a:solidFill>
                  <a:schemeClr val="accent5"/>
                </a:solidFill>
                <a:latin typeface="Arial"/>
                <a:ea typeface="Arial"/>
                <a:cs typeface="Arial"/>
                <a:sym typeface="Arial"/>
              </a:defRPr>
            </a:lvl6pPr>
            <a:lvl7pPr indent="0" lvl="6" marL="0" marR="0" algn="r">
              <a:spcBef>
                <a:spcPts val="0"/>
              </a:spcBef>
              <a:buNone/>
              <a:defRPr sz="1200">
                <a:solidFill>
                  <a:schemeClr val="accent5"/>
                </a:solidFill>
                <a:latin typeface="Arial"/>
                <a:ea typeface="Arial"/>
                <a:cs typeface="Arial"/>
                <a:sym typeface="Arial"/>
              </a:defRPr>
            </a:lvl7pPr>
            <a:lvl8pPr indent="0" lvl="7" marL="0" marR="0" algn="r">
              <a:spcBef>
                <a:spcPts val="0"/>
              </a:spcBef>
              <a:buNone/>
              <a:defRPr sz="1200">
                <a:solidFill>
                  <a:schemeClr val="accent5"/>
                </a:solidFill>
                <a:latin typeface="Arial"/>
                <a:ea typeface="Arial"/>
                <a:cs typeface="Arial"/>
                <a:sym typeface="Arial"/>
              </a:defRPr>
            </a:lvl8pPr>
            <a:lvl9pPr indent="0" lvl="8" marL="0" marR="0" algn="r">
              <a:spcBef>
                <a:spcPts val="0"/>
              </a:spcBef>
              <a:buNone/>
              <a:defRPr sz="1200">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49" name="Google Shape;49;p5"/>
          <p:cNvSpPr txBox="1"/>
          <p:nvPr>
            <p:ph type="title"/>
          </p:nvPr>
        </p:nvSpPr>
        <p:spPr>
          <a:xfrm>
            <a:off x="603504" y="1463040"/>
            <a:ext cx="10515600" cy="575321"/>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accent5"/>
              </a:buClr>
              <a:buSzPts val="5000"/>
              <a:buFont typeface="Arial"/>
              <a:buNone/>
              <a:defRPr sz="5000">
                <a:solidFill>
                  <a:schemeClr val="accent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5"/>
          <p:cNvSpPr txBox="1"/>
          <p:nvPr>
            <p:ph idx="1" type="body"/>
          </p:nvPr>
        </p:nvSpPr>
        <p:spPr>
          <a:xfrm>
            <a:off x="649224" y="3483864"/>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
          <p:cNvSpPr txBox="1"/>
          <p:nvPr>
            <p:ph idx="2" type="body"/>
          </p:nvPr>
        </p:nvSpPr>
        <p:spPr>
          <a:xfrm>
            <a:off x="365760" y="3931920"/>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5"/>
          <p:cNvSpPr txBox="1"/>
          <p:nvPr>
            <p:ph idx="3" type="body"/>
          </p:nvPr>
        </p:nvSpPr>
        <p:spPr>
          <a:xfrm>
            <a:off x="5943600" y="3931920"/>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53" name="Google Shape;53;p5"/>
          <p:cNvGrpSpPr/>
          <p:nvPr/>
        </p:nvGrpSpPr>
        <p:grpSpPr>
          <a:xfrm flipH="1" rot="5400000">
            <a:off x="8764091" y="3943349"/>
            <a:ext cx="5829301" cy="0"/>
            <a:chOff x="2287349" y="55407920"/>
            <a:chExt cx="11160369" cy="0"/>
          </a:xfrm>
        </p:grpSpPr>
        <p:cxnSp>
          <p:nvCxnSpPr>
            <p:cNvPr id="54" name="Google Shape;54;p5"/>
            <p:cNvCxnSpPr/>
            <p:nvPr/>
          </p:nvCxnSpPr>
          <p:spPr>
            <a:xfrm rot="10800000">
              <a:off x="5934529" y="51760740"/>
              <a:ext cx="0" cy="7294360"/>
            </a:xfrm>
            <a:prstGeom prst="straightConnector1">
              <a:avLst/>
            </a:prstGeom>
            <a:noFill/>
            <a:ln cap="flat" cmpd="sng" w="44450">
              <a:solidFill>
                <a:schemeClr val="dk2"/>
              </a:solidFill>
              <a:prstDash val="solid"/>
              <a:miter lim="800000"/>
              <a:headEnd len="sm" w="sm" type="none"/>
              <a:tailEnd len="sm" w="sm" type="none"/>
            </a:ln>
          </p:spPr>
        </p:cxnSp>
        <p:cxnSp>
          <p:nvCxnSpPr>
            <p:cNvPr id="55" name="Google Shape;55;p5"/>
            <p:cNvCxnSpPr/>
            <p:nvPr/>
          </p:nvCxnSpPr>
          <p:spPr>
            <a:xfrm rot="10800000">
              <a:off x="11514714" y="53474916"/>
              <a:ext cx="0" cy="3866008"/>
            </a:xfrm>
            <a:prstGeom prst="straightConnector1">
              <a:avLst/>
            </a:prstGeom>
            <a:noFill/>
            <a:ln cap="flat" cmpd="sng" w="44450">
              <a:solidFill>
                <a:schemeClr val="accent5"/>
              </a:solidFill>
              <a:prstDash val="solid"/>
              <a:miter lim="800000"/>
              <a:headEnd len="sm" w="sm" type="none"/>
              <a:tailEnd len="sm" w="sm" type="none"/>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duas colunas escuras">
  <p:cSld name="Título e duas colunas escuras">
    <p:bg>
      <p:bgPr>
        <a:solidFill>
          <a:schemeClr val="accent5"/>
        </a:solidFill>
      </p:bgPr>
    </p:bg>
    <p:spTree>
      <p:nvGrpSpPr>
        <p:cNvPr id="56" name="Shape 56"/>
        <p:cNvGrpSpPr/>
        <p:nvPr/>
      </p:nvGrpSpPr>
      <p:grpSpPr>
        <a:xfrm>
          <a:off x="0" y="0"/>
          <a:ext cx="0" cy="0"/>
          <a:chOff x="0" y="0"/>
          <a:chExt cx="0" cy="0"/>
        </a:xfrm>
      </p:grpSpPr>
      <p:sp>
        <p:nvSpPr>
          <p:cNvPr id="57" name="Google Shape;57;p6"/>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59" name="Google Shape;59;p6"/>
          <p:cNvSpPr/>
          <p:nvPr/>
        </p:nvSpPr>
        <p:spPr>
          <a:xfrm>
            <a:off x="0" y="722376"/>
            <a:ext cx="12192000" cy="541324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60" name="Google Shape;60;p6"/>
          <p:cNvCxnSpPr/>
          <p:nvPr/>
        </p:nvCxnSpPr>
        <p:spPr>
          <a:xfrm>
            <a:off x="4267200" y="2523744"/>
            <a:ext cx="7924800" cy="883"/>
          </a:xfrm>
          <a:prstGeom prst="straightConnector1">
            <a:avLst/>
          </a:prstGeom>
          <a:noFill/>
          <a:ln cap="flat" cmpd="sng" w="57150">
            <a:solidFill>
              <a:schemeClr val="accent3"/>
            </a:solidFill>
            <a:prstDash val="solid"/>
            <a:miter lim="800000"/>
            <a:headEnd len="sm" w="sm" type="none"/>
            <a:tailEnd len="sm" w="sm" type="none"/>
          </a:ln>
        </p:spPr>
      </p:cxnSp>
      <p:cxnSp>
        <p:nvCxnSpPr>
          <p:cNvPr id="61" name="Google Shape;61;p6"/>
          <p:cNvCxnSpPr/>
          <p:nvPr/>
        </p:nvCxnSpPr>
        <p:spPr>
          <a:xfrm>
            <a:off x="723384" y="2523744"/>
            <a:ext cx="3543816" cy="0"/>
          </a:xfrm>
          <a:prstGeom prst="straightConnector1">
            <a:avLst/>
          </a:prstGeom>
          <a:noFill/>
          <a:ln cap="flat" cmpd="sng" w="57150">
            <a:solidFill>
              <a:schemeClr val="accent5"/>
            </a:solidFill>
            <a:prstDash val="solid"/>
            <a:miter lim="800000"/>
            <a:headEnd len="sm" w="sm" type="none"/>
            <a:tailEnd len="sm" w="sm" type="none"/>
          </a:ln>
        </p:spPr>
      </p:cxnSp>
      <p:sp>
        <p:nvSpPr>
          <p:cNvPr id="62" name="Google Shape;62;p6"/>
          <p:cNvSpPr txBox="1"/>
          <p:nvPr>
            <p:ph type="title"/>
          </p:nvPr>
        </p:nvSpPr>
        <p:spPr>
          <a:xfrm>
            <a:off x="603504" y="1463040"/>
            <a:ext cx="10515600" cy="575321"/>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
          <p:cNvSpPr txBox="1"/>
          <p:nvPr>
            <p:ph idx="1" type="body"/>
          </p:nvPr>
        </p:nvSpPr>
        <p:spPr>
          <a:xfrm>
            <a:off x="649224" y="2971800"/>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200"/>
              <a:buNone/>
              <a:defRPr b="1" sz="22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6"/>
          <p:cNvSpPr txBox="1"/>
          <p:nvPr>
            <p:ph idx="2" type="body"/>
          </p:nvPr>
        </p:nvSpPr>
        <p:spPr>
          <a:xfrm>
            <a:off x="6236208" y="2971800"/>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200"/>
              <a:buNone/>
              <a:defRPr b="1" sz="2200">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6"/>
          <p:cNvSpPr txBox="1"/>
          <p:nvPr>
            <p:ph idx="3" type="body"/>
          </p:nvPr>
        </p:nvSpPr>
        <p:spPr>
          <a:xfrm>
            <a:off x="365760" y="3401568"/>
            <a:ext cx="5111496"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lt1"/>
              </a:buClr>
              <a:buSzPts val="1600"/>
              <a:buChar char="•"/>
              <a:defRPr sz="1600">
                <a:solidFill>
                  <a:schemeClr val="lt1"/>
                </a:solidFill>
              </a:defRPr>
            </a:lvl1pPr>
            <a:lvl2pPr indent="-330200" lvl="1" marL="914400" algn="l">
              <a:lnSpc>
                <a:spcPct val="150000"/>
              </a:lnSpc>
              <a:spcBef>
                <a:spcPts val="0"/>
              </a:spcBef>
              <a:spcAft>
                <a:spcPts val="0"/>
              </a:spcAft>
              <a:buClr>
                <a:schemeClr val="lt1"/>
              </a:buClr>
              <a:buSzPts val="1600"/>
              <a:buChar char="•"/>
              <a:defRPr sz="1600">
                <a:solidFill>
                  <a:schemeClr val="lt1"/>
                </a:solidFill>
              </a:defRPr>
            </a:lvl2pPr>
            <a:lvl3pPr indent="-330200" lvl="2" marL="1371600" algn="l">
              <a:lnSpc>
                <a:spcPct val="150000"/>
              </a:lnSpc>
              <a:spcBef>
                <a:spcPts val="0"/>
              </a:spcBef>
              <a:spcAft>
                <a:spcPts val="0"/>
              </a:spcAft>
              <a:buClr>
                <a:schemeClr val="lt1"/>
              </a:buClr>
              <a:buSzPts val="1600"/>
              <a:buChar char="•"/>
              <a:defRPr sz="1600">
                <a:solidFill>
                  <a:schemeClr val="lt1"/>
                </a:solidFill>
              </a:defRPr>
            </a:lvl3pPr>
            <a:lvl4pPr indent="-330200" lvl="3" marL="1828800" algn="l">
              <a:lnSpc>
                <a:spcPct val="150000"/>
              </a:lnSpc>
              <a:spcBef>
                <a:spcPts val="0"/>
              </a:spcBef>
              <a:spcAft>
                <a:spcPts val="0"/>
              </a:spcAft>
              <a:buClr>
                <a:schemeClr val="lt1"/>
              </a:buClr>
              <a:buSzPts val="1600"/>
              <a:buChar char="•"/>
              <a:defRPr sz="1600">
                <a:solidFill>
                  <a:schemeClr val="lt1"/>
                </a:solidFill>
              </a:defRPr>
            </a:lvl4pPr>
            <a:lvl5pPr indent="-330200" lvl="4" marL="2286000" algn="l">
              <a:lnSpc>
                <a:spcPct val="150000"/>
              </a:lnSpc>
              <a:spcBef>
                <a:spcPts val="0"/>
              </a:spcBef>
              <a:spcAft>
                <a:spcPts val="0"/>
              </a:spcAft>
              <a:buClr>
                <a:schemeClr val="lt1"/>
              </a:buClr>
              <a:buSzPts val="1600"/>
              <a:buChar char="•"/>
              <a:defRPr sz="16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6"/>
          <p:cNvSpPr txBox="1"/>
          <p:nvPr>
            <p:ph idx="4" type="body"/>
          </p:nvPr>
        </p:nvSpPr>
        <p:spPr>
          <a:xfrm>
            <a:off x="5943600" y="3401568"/>
            <a:ext cx="5111496"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lt1"/>
              </a:buClr>
              <a:buSzPts val="1600"/>
              <a:buChar char="•"/>
              <a:defRPr sz="1600">
                <a:solidFill>
                  <a:schemeClr val="lt1"/>
                </a:solidFill>
              </a:defRPr>
            </a:lvl1pPr>
            <a:lvl2pPr indent="-330200" lvl="1" marL="914400" algn="l">
              <a:lnSpc>
                <a:spcPct val="150000"/>
              </a:lnSpc>
              <a:spcBef>
                <a:spcPts val="0"/>
              </a:spcBef>
              <a:spcAft>
                <a:spcPts val="0"/>
              </a:spcAft>
              <a:buClr>
                <a:schemeClr val="lt1"/>
              </a:buClr>
              <a:buSzPts val="1600"/>
              <a:buChar char="•"/>
              <a:defRPr sz="1600">
                <a:solidFill>
                  <a:schemeClr val="lt1"/>
                </a:solidFill>
              </a:defRPr>
            </a:lvl2pPr>
            <a:lvl3pPr indent="-330200" lvl="2" marL="1371600" algn="l">
              <a:lnSpc>
                <a:spcPct val="150000"/>
              </a:lnSpc>
              <a:spcBef>
                <a:spcPts val="0"/>
              </a:spcBef>
              <a:spcAft>
                <a:spcPts val="0"/>
              </a:spcAft>
              <a:buClr>
                <a:schemeClr val="lt1"/>
              </a:buClr>
              <a:buSzPts val="1600"/>
              <a:buChar char="•"/>
              <a:defRPr sz="1600">
                <a:solidFill>
                  <a:schemeClr val="lt1"/>
                </a:solidFill>
              </a:defRPr>
            </a:lvl3pPr>
            <a:lvl4pPr indent="-330200" lvl="3" marL="1828800" algn="l">
              <a:lnSpc>
                <a:spcPct val="150000"/>
              </a:lnSpc>
              <a:spcBef>
                <a:spcPts val="0"/>
              </a:spcBef>
              <a:spcAft>
                <a:spcPts val="0"/>
              </a:spcAft>
              <a:buClr>
                <a:schemeClr val="lt1"/>
              </a:buClr>
              <a:buSzPts val="1600"/>
              <a:buChar char="•"/>
              <a:defRPr sz="1600">
                <a:solidFill>
                  <a:schemeClr val="lt1"/>
                </a:solidFill>
              </a:defRPr>
            </a:lvl4pPr>
            <a:lvl5pPr indent="-330200" lvl="4" marL="2286000" algn="l">
              <a:lnSpc>
                <a:spcPct val="150000"/>
              </a:lnSpc>
              <a:spcBef>
                <a:spcPts val="0"/>
              </a:spcBef>
              <a:spcAft>
                <a:spcPts val="0"/>
              </a:spcAft>
              <a:buClr>
                <a:schemeClr val="lt1"/>
              </a:buClr>
              <a:buSzPts val="1600"/>
              <a:buChar char="•"/>
              <a:defRPr sz="16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is conteúdos">
  <p:cSld name="Dois conteúdos">
    <p:bg>
      <p:bgPr>
        <a:solidFill>
          <a:srgbClr val="D8BEB1"/>
        </a:solidFill>
      </p:bgPr>
    </p:bg>
    <p:spTree>
      <p:nvGrpSpPr>
        <p:cNvPr id="67" name="Shape 67"/>
        <p:cNvGrpSpPr/>
        <p:nvPr/>
      </p:nvGrpSpPr>
      <p:grpSpPr>
        <a:xfrm>
          <a:off x="0" y="0"/>
          <a:ext cx="0" cy="0"/>
          <a:chOff x="0" y="0"/>
          <a:chExt cx="0" cy="0"/>
        </a:xfrm>
      </p:grpSpPr>
      <p:sp>
        <p:nvSpPr>
          <p:cNvPr id="68" name="Google Shape;68;p7"/>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70" name="Google Shape;70;p7"/>
          <p:cNvSpPr txBox="1"/>
          <p:nvPr>
            <p:ph type="title"/>
          </p:nvPr>
        </p:nvSpPr>
        <p:spPr>
          <a:xfrm>
            <a:off x="2295144" y="1463040"/>
            <a:ext cx="7498080" cy="704088"/>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dk2"/>
              </a:buClr>
              <a:buSzPts val="5000"/>
              <a:buFont typeface="Arial"/>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71" name="Google Shape;71;p7"/>
          <p:cNvGrpSpPr/>
          <p:nvPr/>
        </p:nvGrpSpPr>
        <p:grpSpPr>
          <a:xfrm>
            <a:off x="2400300" y="2535841"/>
            <a:ext cx="9801127" cy="821"/>
            <a:chOff x="2286319" y="5546299"/>
            <a:chExt cx="9801127" cy="903"/>
          </a:xfrm>
        </p:grpSpPr>
        <p:cxnSp>
          <p:nvCxnSpPr>
            <p:cNvPr id="72" name="Google Shape;72;p7"/>
            <p:cNvCxnSpPr/>
            <p:nvPr/>
          </p:nvCxnSpPr>
          <p:spPr>
            <a:xfrm>
              <a:off x="2286319" y="5546299"/>
              <a:ext cx="7391400" cy="0"/>
            </a:xfrm>
            <a:prstGeom prst="straightConnector1">
              <a:avLst/>
            </a:prstGeom>
            <a:noFill/>
            <a:ln cap="flat" cmpd="sng" w="57150">
              <a:solidFill>
                <a:schemeClr val="lt2"/>
              </a:solidFill>
              <a:prstDash val="solid"/>
              <a:miter lim="800000"/>
              <a:headEnd len="sm" w="sm" type="none"/>
              <a:tailEnd len="sm" w="sm" type="none"/>
            </a:ln>
          </p:spPr>
        </p:cxnSp>
        <p:cxnSp>
          <p:nvCxnSpPr>
            <p:cNvPr id="73" name="Google Shape;73;p7"/>
            <p:cNvCxnSpPr/>
            <p:nvPr/>
          </p:nvCxnSpPr>
          <p:spPr>
            <a:xfrm>
              <a:off x="9676016" y="5547202"/>
              <a:ext cx="2411430" cy="0"/>
            </a:xfrm>
            <a:prstGeom prst="straightConnector1">
              <a:avLst/>
            </a:prstGeom>
            <a:noFill/>
            <a:ln cap="flat" cmpd="sng" w="57150">
              <a:solidFill>
                <a:schemeClr val="dk2"/>
              </a:solidFill>
              <a:prstDash val="solid"/>
              <a:miter lim="800000"/>
              <a:headEnd len="sm" w="sm" type="none"/>
              <a:tailEnd len="sm" w="sm" type="none"/>
            </a:ln>
          </p:spPr>
        </p:cxnSp>
      </p:grpSp>
      <p:sp>
        <p:nvSpPr>
          <p:cNvPr id="74" name="Google Shape;74;p7"/>
          <p:cNvSpPr txBox="1"/>
          <p:nvPr>
            <p:ph idx="1" type="body"/>
          </p:nvPr>
        </p:nvSpPr>
        <p:spPr>
          <a:xfrm>
            <a:off x="2322576" y="2971800"/>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7"/>
          <p:cNvSpPr txBox="1"/>
          <p:nvPr>
            <p:ph idx="2" type="body"/>
          </p:nvPr>
        </p:nvSpPr>
        <p:spPr>
          <a:xfrm>
            <a:off x="2322576" y="4443984"/>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7"/>
          <p:cNvSpPr txBox="1"/>
          <p:nvPr>
            <p:ph idx="3" type="body"/>
          </p:nvPr>
        </p:nvSpPr>
        <p:spPr>
          <a:xfrm>
            <a:off x="2020824" y="3401568"/>
            <a:ext cx="8379220" cy="97526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7"/>
          <p:cNvSpPr txBox="1"/>
          <p:nvPr>
            <p:ph idx="4" type="body"/>
          </p:nvPr>
        </p:nvSpPr>
        <p:spPr>
          <a:xfrm>
            <a:off x="2020824" y="4901184"/>
            <a:ext cx="8379220" cy="97526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ês conteúdos à esquerda">
  <p:cSld name="Três conteúdos à esquerda">
    <p:bg>
      <p:bgPr>
        <a:solidFill>
          <a:schemeClr val="accent5"/>
        </a:solidFill>
      </p:bgPr>
    </p:bg>
    <p:spTree>
      <p:nvGrpSpPr>
        <p:cNvPr id="78" name="Shape 78"/>
        <p:cNvGrpSpPr/>
        <p:nvPr/>
      </p:nvGrpSpPr>
      <p:grpSpPr>
        <a:xfrm>
          <a:off x="0" y="0"/>
          <a:ext cx="0" cy="0"/>
          <a:chOff x="0" y="0"/>
          <a:chExt cx="0" cy="0"/>
        </a:xfrm>
      </p:grpSpPr>
      <p:sp>
        <p:nvSpPr>
          <p:cNvPr id="79" name="Google Shape;79;p8"/>
          <p:cNvSpPr/>
          <p:nvPr/>
        </p:nvSpPr>
        <p:spPr>
          <a:xfrm>
            <a:off x="8115301" y="0"/>
            <a:ext cx="4076699" cy="68580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grpSp>
        <p:nvGrpSpPr>
          <p:cNvPr id="80" name="Google Shape;80;p8"/>
          <p:cNvGrpSpPr/>
          <p:nvPr/>
        </p:nvGrpSpPr>
        <p:grpSpPr>
          <a:xfrm>
            <a:off x="6317679" y="4564864"/>
            <a:ext cx="5858373" cy="385"/>
            <a:chOff x="5440605" y="5540787"/>
            <a:chExt cx="5858373" cy="385"/>
          </a:xfrm>
        </p:grpSpPr>
        <p:cxnSp>
          <p:nvCxnSpPr>
            <p:cNvPr id="81" name="Google Shape;81;p8"/>
            <p:cNvCxnSpPr/>
            <p:nvPr/>
          </p:nvCxnSpPr>
          <p:spPr>
            <a:xfrm>
              <a:off x="5440605" y="5541172"/>
              <a:ext cx="1797621" cy="0"/>
            </a:xfrm>
            <a:prstGeom prst="straightConnector1">
              <a:avLst/>
            </a:prstGeom>
            <a:noFill/>
            <a:ln cap="flat" cmpd="sng" w="57150">
              <a:solidFill>
                <a:schemeClr val="dk2"/>
              </a:solidFill>
              <a:prstDash val="solid"/>
              <a:miter lim="800000"/>
              <a:headEnd len="sm" w="sm" type="none"/>
              <a:tailEnd len="sm" w="sm" type="none"/>
            </a:ln>
          </p:spPr>
        </p:cxnSp>
        <p:cxnSp>
          <p:nvCxnSpPr>
            <p:cNvPr id="82" name="Google Shape;82;p8"/>
            <p:cNvCxnSpPr/>
            <p:nvPr/>
          </p:nvCxnSpPr>
          <p:spPr>
            <a:xfrm>
              <a:off x="7237724" y="5540787"/>
              <a:ext cx="4061254" cy="0"/>
            </a:xfrm>
            <a:prstGeom prst="straightConnector1">
              <a:avLst/>
            </a:prstGeom>
            <a:noFill/>
            <a:ln cap="flat" cmpd="sng" w="57150">
              <a:solidFill>
                <a:schemeClr val="accent5"/>
              </a:solidFill>
              <a:prstDash val="solid"/>
              <a:miter lim="800000"/>
              <a:headEnd len="sm" w="sm" type="none"/>
              <a:tailEnd len="sm" w="sm" type="none"/>
            </a:ln>
          </p:spPr>
        </p:cxnSp>
      </p:grpSp>
      <p:sp>
        <p:nvSpPr>
          <p:cNvPr id="83" name="Google Shape;83;p8"/>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85" name="Google Shape;85;p8"/>
          <p:cNvSpPr txBox="1"/>
          <p:nvPr>
            <p:ph type="title"/>
          </p:nvPr>
        </p:nvSpPr>
        <p:spPr>
          <a:xfrm>
            <a:off x="6217920" y="2514600"/>
            <a:ext cx="4846320" cy="168274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5000"/>
              <a:buFont typeface="Arial"/>
              <a:buNone/>
              <a:defRPr sz="5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8"/>
          <p:cNvSpPr txBox="1"/>
          <p:nvPr>
            <p:ph idx="1" type="body"/>
          </p:nvPr>
        </p:nvSpPr>
        <p:spPr>
          <a:xfrm>
            <a:off x="630936" y="1252728"/>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8"/>
          <p:cNvSpPr txBox="1"/>
          <p:nvPr>
            <p:ph idx="2" type="body"/>
          </p:nvPr>
        </p:nvSpPr>
        <p:spPr>
          <a:xfrm>
            <a:off x="630936" y="3584448"/>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8"/>
          <p:cNvSpPr txBox="1"/>
          <p:nvPr>
            <p:ph idx="3" type="body"/>
          </p:nvPr>
        </p:nvSpPr>
        <p:spPr>
          <a:xfrm>
            <a:off x="365760" y="1792224"/>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8"/>
          <p:cNvSpPr txBox="1"/>
          <p:nvPr>
            <p:ph idx="4" type="body"/>
          </p:nvPr>
        </p:nvSpPr>
        <p:spPr>
          <a:xfrm>
            <a:off x="365760" y="4123944"/>
            <a:ext cx="4754880" cy="941831"/>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8"/>
          <p:cNvSpPr txBox="1"/>
          <p:nvPr>
            <p:ph idx="5" type="body"/>
          </p:nvPr>
        </p:nvSpPr>
        <p:spPr>
          <a:xfrm>
            <a:off x="630936" y="5065776"/>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8"/>
          <p:cNvSpPr txBox="1"/>
          <p:nvPr>
            <p:ph idx="6" type="body"/>
          </p:nvPr>
        </p:nvSpPr>
        <p:spPr>
          <a:xfrm>
            <a:off x="365760" y="5605272"/>
            <a:ext cx="4754880" cy="1143254"/>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radecemos">
  <p:cSld name="Agradecemos">
    <p:bg>
      <p:bgPr>
        <a:solidFill>
          <a:schemeClr val="accent6"/>
        </a:solidFill>
      </p:bgPr>
    </p:bg>
    <p:spTree>
      <p:nvGrpSpPr>
        <p:cNvPr id="92" name="Shape 92"/>
        <p:cNvGrpSpPr/>
        <p:nvPr/>
      </p:nvGrpSpPr>
      <p:grpSpPr>
        <a:xfrm>
          <a:off x="0" y="0"/>
          <a:ext cx="0" cy="0"/>
          <a:chOff x="0" y="0"/>
          <a:chExt cx="0" cy="0"/>
        </a:xfrm>
      </p:grpSpPr>
      <p:sp>
        <p:nvSpPr>
          <p:cNvPr id="93" name="Google Shape;93;p9"/>
          <p:cNvSpPr/>
          <p:nvPr/>
        </p:nvSpPr>
        <p:spPr>
          <a:xfrm>
            <a:off x="0" y="0"/>
            <a:ext cx="100203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4" name="Google Shape;94;p9"/>
          <p:cNvSpPr txBox="1"/>
          <p:nvPr>
            <p:ph type="title"/>
          </p:nvPr>
        </p:nvSpPr>
        <p:spPr>
          <a:xfrm>
            <a:off x="2313432" y="1426464"/>
            <a:ext cx="6675120" cy="1702816"/>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lt1"/>
              </a:buClr>
              <a:buSzPts val="7200"/>
              <a:buFont typeface="Arial"/>
              <a:buNone/>
              <a:defRPr sz="72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95" name="Google Shape;95;p9"/>
          <p:cNvGrpSpPr/>
          <p:nvPr/>
        </p:nvGrpSpPr>
        <p:grpSpPr>
          <a:xfrm>
            <a:off x="3979533" y="5799270"/>
            <a:ext cx="8212467" cy="0"/>
            <a:chOff x="3733800" y="5537385"/>
            <a:chExt cx="8212467" cy="0"/>
          </a:xfrm>
        </p:grpSpPr>
        <p:cxnSp>
          <p:nvCxnSpPr>
            <p:cNvPr id="96" name="Google Shape;96;p9"/>
            <p:cNvCxnSpPr/>
            <p:nvPr/>
          </p:nvCxnSpPr>
          <p:spPr>
            <a:xfrm>
              <a:off x="3733800" y="5537385"/>
              <a:ext cx="6054153" cy="0"/>
            </a:xfrm>
            <a:prstGeom prst="straightConnector1">
              <a:avLst/>
            </a:prstGeom>
            <a:noFill/>
            <a:ln cap="flat" cmpd="sng" w="57150">
              <a:solidFill>
                <a:schemeClr val="lt1"/>
              </a:solidFill>
              <a:prstDash val="solid"/>
              <a:miter lim="800000"/>
              <a:headEnd len="sm" w="sm" type="none"/>
              <a:tailEnd len="sm" w="sm" type="none"/>
            </a:ln>
          </p:spPr>
        </p:cxnSp>
        <p:cxnSp>
          <p:nvCxnSpPr>
            <p:cNvPr id="97" name="Google Shape;97;p9"/>
            <p:cNvCxnSpPr/>
            <p:nvPr/>
          </p:nvCxnSpPr>
          <p:spPr>
            <a:xfrm>
              <a:off x="9774567" y="5537385"/>
              <a:ext cx="2171700" cy="0"/>
            </a:xfrm>
            <a:prstGeom prst="straightConnector1">
              <a:avLst/>
            </a:prstGeom>
            <a:noFill/>
            <a:ln cap="flat" cmpd="sng" w="57150">
              <a:solidFill>
                <a:schemeClr val="dk2"/>
              </a:solidFill>
              <a:prstDash val="solid"/>
              <a:miter lim="800000"/>
              <a:headEnd len="sm" w="sm" type="none"/>
              <a:tailEnd len="sm" w="sm" type="none"/>
            </a:ln>
          </p:spPr>
        </p:cxnSp>
      </p:grpSp>
      <p:sp>
        <p:nvSpPr>
          <p:cNvPr id="98" name="Google Shape;98;p9"/>
          <p:cNvSpPr txBox="1"/>
          <p:nvPr>
            <p:ph idx="1" type="body"/>
          </p:nvPr>
        </p:nvSpPr>
        <p:spPr>
          <a:xfrm>
            <a:off x="3877056" y="3383280"/>
            <a:ext cx="4754880" cy="2057400"/>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0"/>
              </a:spcBef>
              <a:spcAft>
                <a:spcPts val="0"/>
              </a:spcAft>
              <a:buClr>
                <a:schemeClr val="lt1"/>
              </a:buClr>
              <a:buSzPts val="2200"/>
              <a:buNone/>
              <a:defRPr b="1" sz="2200">
                <a:solidFill>
                  <a:schemeClr val="lt1"/>
                </a:solidFill>
              </a:defRPr>
            </a:lvl1pPr>
            <a:lvl2pPr indent="-228600" lvl="1" marL="914400" algn="l">
              <a:lnSpc>
                <a:spcPct val="150000"/>
              </a:lnSpc>
              <a:spcBef>
                <a:spcPts val="0"/>
              </a:spcBef>
              <a:spcAft>
                <a:spcPts val="0"/>
              </a:spcAft>
              <a:buClr>
                <a:schemeClr val="lt1"/>
              </a:buClr>
              <a:buSzPts val="2200"/>
              <a:buNone/>
              <a:defRPr sz="2200">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bg>
      <p:bgPr>
        <a:solidFill>
          <a:srgbClr val="D8BEB1"/>
        </a:solidFill>
      </p:bgPr>
    </p:bg>
    <p:spTree>
      <p:nvGrpSpPr>
        <p:cNvPr id="99" name="Shape 99"/>
        <p:cNvGrpSpPr/>
        <p:nvPr/>
      </p:nvGrpSpPr>
      <p:grpSpPr>
        <a:xfrm>
          <a:off x="0" y="0"/>
          <a:ext cx="0" cy="0"/>
          <a:chOff x="0" y="0"/>
          <a:chExt cx="0" cy="0"/>
        </a:xfrm>
      </p:grpSpPr>
      <p:sp>
        <p:nvSpPr>
          <p:cNvPr id="100" name="Google Shape;100;p10"/>
          <p:cNvSpPr txBox="1"/>
          <p:nvPr>
            <p:ph type="title"/>
          </p:nvPr>
        </p:nvSpPr>
        <p:spPr>
          <a:xfrm>
            <a:off x="2295144" y="1463040"/>
            <a:ext cx="7498080" cy="704088"/>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dk2"/>
              </a:buClr>
              <a:buSzPts val="5000"/>
              <a:buFont typeface="Arial"/>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10"/>
          <p:cNvSpPr txBox="1"/>
          <p:nvPr>
            <p:ph idx="1" type="body"/>
          </p:nvPr>
        </p:nvSpPr>
        <p:spPr>
          <a:xfrm>
            <a:off x="2322576" y="2953512"/>
            <a:ext cx="7470648" cy="32965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lvl1pPr>
            <a:lvl2pPr indent="-228600" lvl="1" marL="914400" algn="l">
              <a:lnSpc>
                <a:spcPct val="100000"/>
              </a:lnSpc>
              <a:spcBef>
                <a:spcPts val="1500"/>
              </a:spcBef>
              <a:spcAft>
                <a:spcPts val="0"/>
              </a:spcAft>
              <a:buClr>
                <a:schemeClr val="dk2"/>
              </a:buClr>
              <a:buSzPts val="1600"/>
              <a:buNone/>
              <a:defRPr i="1" sz="1600"/>
            </a:lvl2pPr>
            <a:lvl3pPr indent="-342900" lvl="2" marL="1371600" algn="l">
              <a:lnSpc>
                <a:spcPct val="90000"/>
              </a:lnSpc>
              <a:spcBef>
                <a:spcPts val="500"/>
              </a:spcBef>
              <a:spcAft>
                <a:spcPts val="0"/>
              </a:spcAft>
              <a:buClr>
                <a:schemeClr val="dk2"/>
              </a:buClr>
              <a:buSzPts val="1800"/>
              <a:buChar char="•"/>
              <a:defRPr/>
            </a:lvl3pPr>
            <a:lvl4pPr indent="-342900" lvl="3" marL="1828800" algn="l">
              <a:lnSpc>
                <a:spcPct val="90000"/>
              </a:lnSpc>
              <a:spcBef>
                <a:spcPts val="500"/>
              </a:spcBef>
              <a:spcAft>
                <a:spcPts val="0"/>
              </a:spcAft>
              <a:buClr>
                <a:schemeClr val="dk2"/>
              </a:buClr>
              <a:buSzPts val="1800"/>
              <a:buChar char="•"/>
              <a:defRPr/>
            </a:lvl4pPr>
            <a:lvl5pPr indent="-342900" lvl="4" marL="2286000" algn="l">
              <a:lnSpc>
                <a:spcPct val="90000"/>
              </a:lnSpc>
              <a:spcBef>
                <a:spcPts val="5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10"/>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0"/>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grpSp>
        <p:nvGrpSpPr>
          <p:cNvPr id="104" name="Google Shape;104;p10"/>
          <p:cNvGrpSpPr/>
          <p:nvPr/>
        </p:nvGrpSpPr>
        <p:grpSpPr>
          <a:xfrm>
            <a:off x="2400300" y="2535841"/>
            <a:ext cx="9801127" cy="821"/>
            <a:chOff x="2286319" y="5546299"/>
            <a:chExt cx="9801127" cy="903"/>
          </a:xfrm>
        </p:grpSpPr>
        <p:cxnSp>
          <p:nvCxnSpPr>
            <p:cNvPr id="105" name="Google Shape;105;p10"/>
            <p:cNvCxnSpPr/>
            <p:nvPr/>
          </p:nvCxnSpPr>
          <p:spPr>
            <a:xfrm>
              <a:off x="2286319" y="5546299"/>
              <a:ext cx="7391400" cy="0"/>
            </a:xfrm>
            <a:prstGeom prst="straightConnector1">
              <a:avLst/>
            </a:prstGeom>
            <a:noFill/>
            <a:ln cap="flat" cmpd="sng" w="57150">
              <a:solidFill>
                <a:schemeClr val="lt2"/>
              </a:solidFill>
              <a:prstDash val="solid"/>
              <a:miter lim="800000"/>
              <a:headEnd len="sm" w="sm" type="none"/>
              <a:tailEnd len="sm" w="sm" type="none"/>
            </a:ln>
          </p:spPr>
        </p:cxnSp>
        <p:cxnSp>
          <p:nvCxnSpPr>
            <p:cNvPr id="106" name="Google Shape;106;p10"/>
            <p:cNvCxnSpPr/>
            <p:nvPr/>
          </p:nvCxnSpPr>
          <p:spPr>
            <a:xfrm>
              <a:off x="9676016" y="5547202"/>
              <a:ext cx="2411430" cy="0"/>
            </a:xfrm>
            <a:prstGeom prst="straightConnector1">
              <a:avLst/>
            </a:prstGeom>
            <a:noFill/>
            <a:ln cap="flat" cmpd="sng" w="57150">
              <a:solidFill>
                <a:schemeClr val="dk2"/>
              </a:solidFill>
              <a:prstDash val="solid"/>
              <a:miter lim="800000"/>
              <a:headEnd len="sm" w="sm" type="none"/>
              <a:tailEnd len="sm" w="sm" type="none"/>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bg>
      <p:bgPr>
        <a:solidFill>
          <a:schemeClr val="accent2"/>
        </a:solidFill>
      </p:bgPr>
    </p:bg>
    <p:spTree>
      <p:nvGrpSpPr>
        <p:cNvPr id="107" name="Shape 107"/>
        <p:cNvGrpSpPr/>
        <p:nvPr/>
      </p:nvGrpSpPr>
      <p:grpSpPr>
        <a:xfrm>
          <a:off x="0" y="0"/>
          <a:ext cx="0" cy="0"/>
          <a:chOff x="0" y="0"/>
          <a:chExt cx="0" cy="0"/>
        </a:xfrm>
      </p:grpSpPr>
      <p:sp>
        <p:nvSpPr>
          <p:cNvPr id="108" name="Google Shape;108;p11"/>
          <p:cNvSpPr txBox="1"/>
          <p:nvPr>
            <p:ph type="title"/>
          </p:nvPr>
        </p:nvSpPr>
        <p:spPr>
          <a:xfrm>
            <a:off x="4056992" y="1709738"/>
            <a:ext cx="7290458" cy="2852737"/>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1"/>
          <p:cNvSpPr txBox="1"/>
          <p:nvPr>
            <p:ph idx="1" type="body"/>
          </p:nvPr>
        </p:nvSpPr>
        <p:spPr>
          <a:xfrm>
            <a:off x="4056992" y="4589463"/>
            <a:ext cx="7290457"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grpSp>
        <p:nvGrpSpPr>
          <p:cNvPr id="110" name="Google Shape;110;p11"/>
          <p:cNvGrpSpPr/>
          <p:nvPr/>
        </p:nvGrpSpPr>
        <p:grpSpPr>
          <a:xfrm>
            <a:off x="3979533" y="5801746"/>
            <a:ext cx="8221703" cy="0"/>
            <a:chOff x="3733800" y="5539861"/>
            <a:chExt cx="8221703" cy="0"/>
          </a:xfrm>
        </p:grpSpPr>
        <p:cxnSp>
          <p:nvCxnSpPr>
            <p:cNvPr id="111" name="Google Shape;111;p11"/>
            <p:cNvCxnSpPr/>
            <p:nvPr/>
          </p:nvCxnSpPr>
          <p:spPr>
            <a:xfrm>
              <a:off x="3733800" y="5539861"/>
              <a:ext cx="6054153" cy="0"/>
            </a:xfrm>
            <a:prstGeom prst="straightConnector1">
              <a:avLst/>
            </a:prstGeom>
            <a:noFill/>
            <a:ln cap="flat" cmpd="sng" w="57150">
              <a:solidFill>
                <a:schemeClr val="lt1"/>
              </a:solidFill>
              <a:prstDash val="solid"/>
              <a:miter lim="800000"/>
              <a:headEnd len="sm" w="sm" type="none"/>
              <a:tailEnd len="sm" w="sm" type="none"/>
            </a:ln>
          </p:spPr>
        </p:cxnSp>
        <p:cxnSp>
          <p:nvCxnSpPr>
            <p:cNvPr id="112" name="Google Shape;112;p11"/>
            <p:cNvCxnSpPr/>
            <p:nvPr/>
          </p:nvCxnSpPr>
          <p:spPr>
            <a:xfrm>
              <a:off x="9783803" y="5539861"/>
              <a:ext cx="2171700" cy="0"/>
            </a:xfrm>
            <a:prstGeom prst="straightConnector1">
              <a:avLst/>
            </a:prstGeom>
            <a:noFill/>
            <a:ln cap="flat" cmpd="sng" w="57150">
              <a:solidFill>
                <a:schemeClr val="accent3"/>
              </a:solidFill>
              <a:prstDash val="solid"/>
              <a:miter lim="800000"/>
              <a:headEnd len="sm" w="sm" type="none"/>
              <a:tailEnd len="sm" w="sm" type="non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is conteúdos no escuro à direita">
  <p:cSld name="Dois conteúdos no escuro à direita">
    <p:bg>
      <p:bgPr>
        <a:solidFill>
          <a:schemeClr val="accent5"/>
        </a:solidFill>
      </p:bgPr>
    </p:bg>
    <p:spTree>
      <p:nvGrpSpPr>
        <p:cNvPr id="113" name="Shape 113"/>
        <p:cNvGrpSpPr/>
        <p:nvPr/>
      </p:nvGrpSpPr>
      <p:grpSpPr>
        <a:xfrm>
          <a:off x="0" y="0"/>
          <a:ext cx="0" cy="0"/>
          <a:chOff x="0" y="0"/>
          <a:chExt cx="0" cy="0"/>
        </a:xfrm>
      </p:grpSpPr>
      <p:sp>
        <p:nvSpPr>
          <p:cNvPr id="114" name="Google Shape;114;p12"/>
          <p:cNvSpPr/>
          <p:nvPr/>
        </p:nvSpPr>
        <p:spPr>
          <a:xfrm>
            <a:off x="3962399" y="858"/>
            <a:ext cx="8271641" cy="6857142"/>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Arial"/>
              <a:ea typeface="Arial"/>
              <a:cs typeface="Arial"/>
              <a:sym typeface="Arial"/>
            </a:endParaRPr>
          </a:p>
        </p:txBody>
      </p:sp>
      <p:sp>
        <p:nvSpPr>
          <p:cNvPr id="115" name="Google Shape;115;p12"/>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2"/>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lt1"/>
                </a:solidFill>
                <a:latin typeface="Arial"/>
                <a:ea typeface="Arial"/>
                <a:cs typeface="Arial"/>
                <a:sym typeface="Arial"/>
              </a:defRPr>
            </a:lvl1pPr>
            <a:lvl2pPr indent="0" lvl="1" marL="0" marR="0" algn="r">
              <a:spcBef>
                <a:spcPts val="0"/>
              </a:spcBef>
              <a:buNone/>
              <a:defRPr sz="1200">
                <a:solidFill>
                  <a:schemeClr val="lt1"/>
                </a:solidFill>
                <a:latin typeface="Arial"/>
                <a:ea typeface="Arial"/>
                <a:cs typeface="Arial"/>
                <a:sym typeface="Arial"/>
              </a:defRPr>
            </a:lvl2pPr>
            <a:lvl3pPr indent="0" lvl="2" marL="0" marR="0" algn="r">
              <a:spcBef>
                <a:spcPts val="0"/>
              </a:spcBef>
              <a:buNone/>
              <a:defRPr sz="1200">
                <a:solidFill>
                  <a:schemeClr val="lt1"/>
                </a:solidFill>
                <a:latin typeface="Arial"/>
                <a:ea typeface="Arial"/>
                <a:cs typeface="Arial"/>
                <a:sym typeface="Arial"/>
              </a:defRPr>
            </a:lvl3pPr>
            <a:lvl4pPr indent="0" lvl="3" marL="0" marR="0" algn="r">
              <a:spcBef>
                <a:spcPts val="0"/>
              </a:spcBef>
              <a:buNone/>
              <a:defRPr sz="1200">
                <a:solidFill>
                  <a:schemeClr val="lt1"/>
                </a:solidFill>
                <a:latin typeface="Arial"/>
                <a:ea typeface="Arial"/>
                <a:cs typeface="Arial"/>
                <a:sym typeface="Arial"/>
              </a:defRPr>
            </a:lvl4pPr>
            <a:lvl5pPr indent="0" lvl="4" marL="0" marR="0" algn="r">
              <a:spcBef>
                <a:spcPts val="0"/>
              </a:spcBef>
              <a:buNone/>
              <a:defRPr sz="1200">
                <a:solidFill>
                  <a:schemeClr val="lt1"/>
                </a:solidFill>
                <a:latin typeface="Arial"/>
                <a:ea typeface="Arial"/>
                <a:cs typeface="Arial"/>
                <a:sym typeface="Arial"/>
              </a:defRPr>
            </a:lvl5pPr>
            <a:lvl6pPr indent="0" lvl="5" marL="0" marR="0" algn="r">
              <a:spcBef>
                <a:spcPts val="0"/>
              </a:spcBef>
              <a:buNone/>
              <a:defRPr sz="1200">
                <a:solidFill>
                  <a:schemeClr val="lt1"/>
                </a:solidFill>
                <a:latin typeface="Arial"/>
                <a:ea typeface="Arial"/>
                <a:cs typeface="Arial"/>
                <a:sym typeface="Arial"/>
              </a:defRPr>
            </a:lvl6pPr>
            <a:lvl7pPr indent="0" lvl="6" marL="0" marR="0" algn="r">
              <a:spcBef>
                <a:spcPts val="0"/>
              </a:spcBef>
              <a:buNone/>
              <a:defRPr sz="1200">
                <a:solidFill>
                  <a:schemeClr val="lt1"/>
                </a:solidFill>
                <a:latin typeface="Arial"/>
                <a:ea typeface="Arial"/>
                <a:cs typeface="Arial"/>
                <a:sym typeface="Arial"/>
              </a:defRPr>
            </a:lvl7pPr>
            <a:lvl8pPr indent="0" lvl="7" marL="0" marR="0" algn="r">
              <a:spcBef>
                <a:spcPts val="0"/>
              </a:spcBef>
              <a:buNone/>
              <a:defRPr sz="1200">
                <a:solidFill>
                  <a:schemeClr val="lt1"/>
                </a:solidFill>
                <a:latin typeface="Arial"/>
                <a:ea typeface="Arial"/>
                <a:cs typeface="Arial"/>
                <a:sym typeface="Arial"/>
              </a:defRPr>
            </a:lvl8pPr>
            <a:lvl9pPr indent="0" lvl="8" marL="0" marR="0" algn="r">
              <a:spcBef>
                <a:spcPts val="0"/>
              </a:spcBef>
              <a:buNone/>
              <a:defRPr sz="12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117" name="Google Shape;117;p12"/>
          <p:cNvSpPr txBox="1"/>
          <p:nvPr>
            <p:ph type="title"/>
          </p:nvPr>
        </p:nvSpPr>
        <p:spPr>
          <a:xfrm>
            <a:off x="667512" y="1399032"/>
            <a:ext cx="4846320" cy="1682749"/>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accent4"/>
              </a:buClr>
              <a:buSzPts val="5000"/>
              <a:buFont typeface="Arial"/>
              <a:buNone/>
              <a:defRPr sz="5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2"/>
          <p:cNvSpPr txBox="1"/>
          <p:nvPr>
            <p:ph idx="1" type="body"/>
          </p:nvPr>
        </p:nvSpPr>
        <p:spPr>
          <a:xfrm>
            <a:off x="6245352" y="1353312"/>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5"/>
              </a:buClr>
              <a:buSzPts val="2200"/>
              <a:buNone/>
              <a:defRPr b="1" sz="2200">
                <a:solidFill>
                  <a:schemeClr val="accent5"/>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2"/>
          <p:cNvSpPr txBox="1"/>
          <p:nvPr>
            <p:ph idx="2" type="body"/>
          </p:nvPr>
        </p:nvSpPr>
        <p:spPr>
          <a:xfrm>
            <a:off x="6245352" y="3502152"/>
            <a:ext cx="4828032" cy="49053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5"/>
              </a:buClr>
              <a:buSzPts val="2200"/>
              <a:buNone/>
              <a:defRPr b="1" sz="2200">
                <a:solidFill>
                  <a:schemeClr val="accent5"/>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2"/>
          <p:cNvSpPr txBox="1"/>
          <p:nvPr>
            <p:ph idx="3" type="body"/>
          </p:nvPr>
        </p:nvSpPr>
        <p:spPr>
          <a:xfrm>
            <a:off x="5971032" y="1792224"/>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accent5"/>
              </a:buClr>
              <a:buSzPts val="1600"/>
              <a:buChar char="•"/>
              <a:defRPr sz="1600">
                <a:solidFill>
                  <a:schemeClr val="accent5"/>
                </a:solidFill>
              </a:defRPr>
            </a:lvl1pPr>
            <a:lvl2pPr indent="-330200" lvl="1" marL="914400" algn="l">
              <a:lnSpc>
                <a:spcPct val="150000"/>
              </a:lnSpc>
              <a:spcBef>
                <a:spcPts val="0"/>
              </a:spcBef>
              <a:spcAft>
                <a:spcPts val="0"/>
              </a:spcAft>
              <a:buClr>
                <a:schemeClr val="accent5"/>
              </a:buClr>
              <a:buSzPts val="1600"/>
              <a:buChar char="•"/>
              <a:defRPr sz="1600">
                <a:solidFill>
                  <a:schemeClr val="accent5"/>
                </a:solidFill>
              </a:defRPr>
            </a:lvl2pPr>
            <a:lvl3pPr indent="-330200" lvl="2" marL="1371600" algn="l">
              <a:lnSpc>
                <a:spcPct val="150000"/>
              </a:lnSpc>
              <a:spcBef>
                <a:spcPts val="0"/>
              </a:spcBef>
              <a:spcAft>
                <a:spcPts val="0"/>
              </a:spcAft>
              <a:buClr>
                <a:schemeClr val="accent5"/>
              </a:buClr>
              <a:buSzPts val="1600"/>
              <a:buChar char="•"/>
              <a:defRPr sz="1600">
                <a:solidFill>
                  <a:schemeClr val="accent5"/>
                </a:solidFill>
              </a:defRPr>
            </a:lvl3pPr>
            <a:lvl4pPr indent="-330200" lvl="3" marL="1828800" algn="l">
              <a:lnSpc>
                <a:spcPct val="150000"/>
              </a:lnSpc>
              <a:spcBef>
                <a:spcPts val="0"/>
              </a:spcBef>
              <a:spcAft>
                <a:spcPts val="0"/>
              </a:spcAft>
              <a:buClr>
                <a:schemeClr val="accent5"/>
              </a:buClr>
              <a:buSzPts val="1600"/>
              <a:buChar char="•"/>
              <a:defRPr sz="1600">
                <a:solidFill>
                  <a:schemeClr val="accent5"/>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2"/>
          <p:cNvSpPr txBox="1"/>
          <p:nvPr>
            <p:ph idx="4" type="body"/>
          </p:nvPr>
        </p:nvSpPr>
        <p:spPr>
          <a:xfrm>
            <a:off x="5971032" y="3941064"/>
            <a:ext cx="4754880" cy="168275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accent5"/>
              </a:buClr>
              <a:buSzPts val="1600"/>
              <a:buChar char="•"/>
              <a:defRPr sz="1600">
                <a:solidFill>
                  <a:schemeClr val="accent5"/>
                </a:solidFill>
              </a:defRPr>
            </a:lvl1pPr>
            <a:lvl2pPr indent="-330200" lvl="1" marL="914400" algn="l">
              <a:lnSpc>
                <a:spcPct val="150000"/>
              </a:lnSpc>
              <a:spcBef>
                <a:spcPts val="0"/>
              </a:spcBef>
              <a:spcAft>
                <a:spcPts val="0"/>
              </a:spcAft>
              <a:buClr>
                <a:schemeClr val="accent5"/>
              </a:buClr>
              <a:buSzPts val="1600"/>
              <a:buChar char="•"/>
              <a:defRPr sz="1600">
                <a:solidFill>
                  <a:schemeClr val="accent5"/>
                </a:solidFill>
              </a:defRPr>
            </a:lvl2pPr>
            <a:lvl3pPr indent="-330200" lvl="2" marL="1371600" algn="l">
              <a:lnSpc>
                <a:spcPct val="150000"/>
              </a:lnSpc>
              <a:spcBef>
                <a:spcPts val="0"/>
              </a:spcBef>
              <a:spcAft>
                <a:spcPts val="0"/>
              </a:spcAft>
              <a:buClr>
                <a:schemeClr val="accent5"/>
              </a:buClr>
              <a:buSzPts val="1600"/>
              <a:buChar char="•"/>
              <a:defRPr sz="1600">
                <a:solidFill>
                  <a:schemeClr val="accent5"/>
                </a:solidFill>
              </a:defRPr>
            </a:lvl3pPr>
            <a:lvl4pPr indent="-330200" lvl="3" marL="1828800" algn="l">
              <a:lnSpc>
                <a:spcPct val="150000"/>
              </a:lnSpc>
              <a:spcBef>
                <a:spcPts val="0"/>
              </a:spcBef>
              <a:spcAft>
                <a:spcPts val="0"/>
              </a:spcAft>
              <a:buClr>
                <a:schemeClr val="accent5"/>
              </a:buClr>
              <a:buSzPts val="1600"/>
              <a:buChar char="•"/>
              <a:defRPr sz="1600">
                <a:solidFill>
                  <a:schemeClr val="accent5"/>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22" name="Google Shape;122;p12"/>
          <p:cNvGrpSpPr/>
          <p:nvPr/>
        </p:nvGrpSpPr>
        <p:grpSpPr>
          <a:xfrm>
            <a:off x="-28308" y="2514621"/>
            <a:ext cx="5666632" cy="0"/>
            <a:chOff x="5464255" y="5541151"/>
            <a:chExt cx="5666632" cy="0"/>
          </a:xfrm>
        </p:grpSpPr>
        <p:cxnSp>
          <p:nvCxnSpPr>
            <p:cNvPr id="123" name="Google Shape;123;p12"/>
            <p:cNvCxnSpPr/>
            <p:nvPr/>
          </p:nvCxnSpPr>
          <p:spPr>
            <a:xfrm>
              <a:off x="5464255" y="5541151"/>
              <a:ext cx="3991534" cy="0"/>
            </a:xfrm>
            <a:prstGeom prst="straightConnector1">
              <a:avLst/>
            </a:prstGeom>
            <a:noFill/>
            <a:ln cap="flat" cmpd="sng" w="57150">
              <a:solidFill>
                <a:schemeClr val="accent3"/>
              </a:solidFill>
              <a:prstDash val="solid"/>
              <a:miter lim="800000"/>
              <a:headEnd len="sm" w="sm" type="none"/>
              <a:tailEnd len="sm" w="sm" type="none"/>
            </a:ln>
          </p:spPr>
        </p:cxnSp>
        <p:cxnSp>
          <p:nvCxnSpPr>
            <p:cNvPr id="124" name="Google Shape;124;p12"/>
            <p:cNvCxnSpPr/>
            <p:nvPr/>
          </p:nvCxnSpPr>
          <p:spPr>
            <a:xfrm>
              <a:off x="9454487" y="5541151"/>
              <a:ext cx="1676400" cy="0"/>
            </a:xfrm>
            <a:prstGeom prst="straightConnector1">
              <a:avLst/>
            </a:prstGeom>
            <a:noFill/>
            <a:ln cap="flat" cmpd="sng" w="57150">
              <a:solidFill>
                <a:schemeClr val="accent5"/>
              </a:solidFill>
              <a:prstDash val="solid"/>
              <a:miter lim="800000"/>
              <a:headEnd len="sm" w="sm" type="none"/>
              <a:tailEnd len="sm" w="sm" type="none"/>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Três">
  <p:cSld name="Conteúdo Três">
    <p:bg>
      <p:bgPr>
        <a:solidFill>
          <a:srgbClr val="D8BEB1"/>
        </a:solidFill>
      </p:bgPr>
    </p:bg>
    <p:spTree>
      <p:nvGrpSpPr>
        <p:cNvPr id="125" name="Shape 125"/>
        <p:cNvGrpSpPr/>
        <p:nvPr/>
      </p:nvGrpSpPr>
      <p:grpSpPr>
        <a:xfrm>
          <a:off x="0" y="0"/>
          <a:ext cx="0" cy="0"/>
          <a:chOff x="0" y="0"/>
          <a:chExt cx="0" cy="0"/>
        </a:xfrm>
      </p:grpSpPr>
      <p:sp>
        <p:nvSpPr>
          <p:cNvPr id="126" name="Google Shape;126;p13"/>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128" name="Google Shape;128;p13"/>
          <p:cNvSpPr txBox="1"/>
          <p:nvPr>
            <p:ph type="title"/>
          </p:nvPr>
        </p:nvSpPr>
        <p:spPr>
          <a:xfrm>
            <a:off x="603504" y="1463040"/>
            <a:ext cx="10871708" cy="704088"/>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dk2"/>
              </a:buClr>
              <a:buSzPts val="5000"/>
              <a:buFont typeface="Arial"/>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3"/>
          <p:cNvSpPr txBox="1"/>
          <p:nvPr>
            <p:ph idx="1" type="body"/>
          </p:nvPr>
        </p:nvSpPr>
        <p:spPr>
          <a:xfrm>
            <a:off x="649224" y="2980944"/>
            <a:ext cx="3282696" cy="110642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13"/>
          <p:cNvSpPr txBox="1"/>
          <p:nvPr>
            <p:ph idx="2" type="body"/>
          </p:nvPr>
        </p:nvSpPr>
        <p:spPr>
          <a:xfrm>
            <a:off x="4334256" y="2980944"/>
            <a:ext cx="3282696" cy="110642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13"/>
          <p:cNvSpPr txBox="1"/>
          <p:nvPr>
            <p:ph idx="3" type="body"/>
          </p:nvPr>
        </p:nvSpPr>
        <p:spPr>
          <a:xfrm>
            <a:off x="365760" y="4114800"/>
            <a:ext cx="3282696" cy="97526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13"/>
          <p:cNvSpPr txBox="1"/>
          <p:nvPr>
            <p:ph idx="4" type="body"/>
          </p:nvPr>
        </p:nvSpPr>
        <p:spPr>
          <a:xfrm>
            <a:off x="4005072" y="4114800"/>
            <a:ext cx="3282696" cy="97526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33" name="Google Shape;133;p13"/>
          <p:cNvGrpSpPr/>
          <p:nvPr/>
        </p:nvGrpSpPr>
        <p:grpSpPr>
          <a:xfrm>
            <a:off x="716788" y="2527173"/>
            <a:ext cx="10758424" cy="1564"/>
            <a:chOff x="2792270" y="5541172"/>
            <a:chExt cx="11391900" cy="158"/>
          </a:xfrm>
        </p:grpSpPr>
        <p:cxnSp>
          <p:nvCxnSpPr>
            <p:cNvPr id="134" name="Google Shape;134;p13"/>
            <p:cNvCxnSpPr/>
            <p:nvPr/>
          </p:nvCxnSpPr>
          <p:spPr>
            <a:xfrm>
              <a:off x="2792270" y="5541172"/>
              <a:ext cx="6760464" cy="0"/>
            </a:xfrm>
            <a:prstGeom prst="straightConnector1">
              <a:avLst/>
            </a:prstGeom>
            <a:noFill/>
            <a:ln cap="flat" cmpd="sng" w="57150">
              <a:solidFill>
                <a:schemeClr val="accent5"/>
              </a:solidFill>
              <a:prstDash val="solid"/>
              <a:miter lim="800000"/>
              <a:headEnd len="sm" w="sm" type="none"/>
              <a:tailEnd len="sm" w="sm" type="none"/>
            </a:ln>
          </p:spPr>
        </p:cxnSp>
        <p:cxnSp>
          <p:nvCxnSpPr>
            <p:cNvPr id="135" name="Google Shape;135;p13"/>
            <p:cNvCxnSpPr/>
            <p:nvPr/>
          </p:nvCxnSpPr>
          <p:spPr>
            <a:xfrm>
              <a:off x="9552734" y="5541330"/>
              <a:ext cx="4631436" cy="0"/>
            </a:xfrm>
            <a:prstGeom prst="straightConnector1">
              <a:avLst/>
            </a:prstGeom>
            <a:noFill/>
            <a:ln cap="flat" cmpd="sng" w="57150">
              <a:solidFill>
                <a:schemeClr val="dk2"/>
              </a:solidFill>
              <a:prstDash val="solid"/>
              <a:miter lim="800000"/>
              <a:headEnd len="sm" w="sm" type="none"/>
              <a:tailEnd len="sm" w="sm" type="none"/>
            </a:ln>
          </p:spPr>
        </p:cxnSp>
      </p:grpSp>
      <p:sp>
        <p:nvSpPr>
          <p:cNvPr id="136" name="Google Shape;136;p13"/>
          <p:cNvSpPr txBox="1"/>
          <p:nvPr>
            <p:ph idx="5" type="body"/>
          </p:nvPr>
        </p:nvSpPr>
        <p:spPr>
          <a:xfrm>
            <a:off x="8266176" y="2980944"/>
            <a:ext cx="3282696" cy="110642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2"/>
              </a:buClr>
              <a:buSzPts val="2200"/>
              <a:buNone/>
              <a:defRPr b="1" sz="2200">
                <a:solidFill>
                  <a:schemeClr val="dk2"/>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3"/>
          <p:cNvSpPr txBox="1"/>
          <p:nvPr>
            <p:ph idx="6" type="body"/>
          </p:nvPr>
        </p:nvSpPr>
        <p:spPr>
          <a:xfrm>
            <a:off x="7973568" y="4114800"/>
            <a:ext cx="3282696" cy="975260"/>
          </a:xfrm>
          <a:prstGeom prst="rect">
            <a:avLst/>
          </a:prstGeom>
          <a:noFill/>
          <a:ln>
            <a:noFill/>
          </a:ln>
        </p:spPr>
        <p:txBody>
          <a:bodyPr anchorCtr="0" anchor="t" bIns="45700" lIns="91425" spcFirstLastPara="1" rIns="91425" wrap="square" tIns="45700">
            <a:noAutofit/>
          </a:bodyPr>
          <a:lstStyle>
            <a:lvl1pPr indent="-330200" lvl="0" marL="457200" algn="l">
              <a:lnSpc>
                <a:spcPct val="150000"/>
              </a:lnSpc>
              <a:spcBef>
                <a:spcPts val="0"/>
              </a:spcBef>
              <a:spcAft>
                <a:spcPts val="0"/>
              </a:spcAft>
              <a:buClr>
                <a:schemeClr val="dk2"/>
              </a:buClr>
              <a:buSzPts val="1600"/>
              <a:buChar char="•"/>
              <a:defRPr sz="1600">
                <a:solidFill>
                  <a:schemeClr val="dk2"/>
                </a:solidFill>
              </a:defRPr>
            </a:lvl1pPr>
            <a:lvl2pPr indent="-330200" lvl="1" marL="914400" algn="l">
              <a:lnSpc>
                <a:spcPct val="150000"/>
              </a:lnSpc>
              <a:spcBef>
                <a:spcPts val="0"/>
              </a:spcBef>
              <a:spcAft>
                <a:spcPts val="0"/>
              </a:spcAft>
              <a:buClr>
                <a:schemeClr val="dk2"/>
              </a:buClr>
              <a:buSzPts val="1600"/>
              <a:buChar char="•"/>
              <a:defRPr sz="1600">
                <a:solidFill>
                  <a:schemeClr val="dk2"/>
                </a:solidFill>
              </a:defRPr>
            </a:lvl2pPr>
            <a:lvl3pPr indent="-330200" lvl="2" marL="1371600" algn="l">
              <a:lnSpc>
                <a:spcPct val="150000"/>
              </a:lnSpc>
              <a:spcBef>
                <a:spcPts val="0"/>
              </a:spcBef>
              <a:spcAft>
                <a:spcPts val="0"/>
              </a:spcAft>
              <a:buClr>
                <a:schemeClr val="dk2"/>
              </a:buClr>
              <a:buSzPts val="1600"/>
              <a:buChar char="•"/>
              <a:defRPr sz="1600">
                <a:solidFill>
                  <a:schemeClr val="dk2"/>
                </a:solidFill>
              </a:defRPr>
            </a:lvl3pPr>
            <a:lvl4pPr indent="-330200" lvl="3" marL="1828800" algn="l">
              <a:lnSpc>
                <a:spcPct val="150000"/>
              </a:lnSpc>
              <a:spcBef>
                <a:spcPts val="0"/>
              </a:spcBef>
              <a:spcAft>
                <a:spcPts val="0"/>
              </a:spcAft>
              <a:buClr>
                <a:schemeClr val="dk2"/>
              </a:buClr>
              <a:buSzPts val="1600"/>
              <a:buChar char="•"/>
              <a:defRPr sz="1600">
                <a:solidFill>
                  <a:schemeClr val="dk2"/>
                </a:solidFill>
              </a:defRPr>
            </a:lvl4pPr>
            <a:lvl5pPr indent="-330200" lvl="4" marL="2286000" algn="l">
              <a:lnSpc>
                <a:spcPct val="150000"/>
              </a:lnSpc>
              <a:spcBef>
                <a:spcPts val="0"/>
              </a:spcBef>
              <a:spcAft>
                <a:spcPts val="0"/>
              </a:spcAft>
              <a:buClr>
                <a:schemeClr val="dk2"/>
              </a:buClr>
              <a:buSzPts val="1600"/>
              <a:buChar char="•"/>
              <a:defRPr sz="1600">
                <a:solidFill>
                  <a:schemeClr val="dk2"/>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p:cSld name="Somente Título">
    <p:spTree>
      <p:nvGrpSpPr>
        <p:cNvPr id="138" name="Shape 138"/>
        <p:cNvGrpSpPr/>
        <p:nvPr/>
      </p:nvGrpSpPr>
      <p:grpSpPr>
        <a:xfrm>
          <a:off x="0" y="0"/>
          <a:ext cx="0" cy="0"/>
          <a:chOff x="0" y="0"/>
          <a:chExt cx="0" cy="0"/>
        </a:xfrm>
      </p:grpSpPr>
      <p:sp>
        <p:nvSpPr>
          <p:cNvPr id="139" name="Google Shape;13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4"/>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4"/>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
        <p:nvSpPr>
          <p:cNvPr id="142" name="Google Shape;142;p14"/>
          <p:cNvSpPr txBox="1"/>
          <p:nvPr>
            <p:ph type="title"/>
          </p:nvPr>
        </p:nvSpPr>
        <p:spPr>
          <a:xfrm>
            <a:off x="838200" y="1115367"/>
            <a:ext cx="10515600" cy="575321"/>
          </a:xfrm>
          <a:prstGeom prst="rect">
            <a:avLst/>
          </a:prstGeom>
          <a:noFill/>
          <a:ln>
            <a:noFill/>
          </a:ln>
        </p:spPr>
        <p:txBody>
          <a:bodyPr anchorCtr="0" anchor="t" bIns="45700" lIns="91425" spcFirstLastPara="1" rIns="91425" wrap="square" tIns="45700">
            <a:noAutofit/>
          </a:bodyPr>
          <a:lstStyle>
            <a:lvl1pPr lvl="0" algn="l">
              <a:lnSpc>
                <a:spcPct val="8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43" name="Shape 143"/>
        <p:cNvGrpSpPr/>
        <p:nvPr/>
      </p:nvGrpSpPr>
      <p:grpSpPr>
        <a:xfrm>
          <a:off x="0" y="0"/>
          <a:ext cx="0" cy="0"/>
          <a:chOff x="0" y="0"/>
          <a:chExt cx="0" cy="0"/>
        </a:xfrm>
      </p:grpSpPr>
      <p:sp>
        <p:nvSpPr>
          <p:cNvPr id="144" name="Google Shape;14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15"/>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5"/>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147" name="Shape 147"/>
        <p:cNvGrpSpPr/>
        <p:nvPr/>
      </p:nvGrpSpPr>
      <p:grpSpPr>
        <a:xfrm>
          <a:off x="0" y="0"/>
          <a:ext cx="0" cy="0"/>
          <a:chOff x="0" y="0"/>
          <a:chExt cx="0" cy="0"/>
        </a:xfrm>
      </p:grpSpPr>
      <p:sp>
        <p:nvSpPr>
          <p:cNvPr id="148" name="Google Shape;148;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2"/>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2"/>
              </a:buClr>
              <a:buSzPts val="3200"/>
              <a:buChar char="•"/>
              <a:defRPr sz="3200"/>
            </a:lvl1pPr>
            <a:lvl2pPr indent="-406400" lvl="1" marL="914400" algn="l">
              <a:lnSpc>
                <a:spcPct val="90000"/>
              </a:lnSpc>
              <a:spcBef>
                <a:spcPts val="500"/>
              </a:spcBef>
              <a:spcAft>
                <a:spcPts val="0"/>
              </a:spcAft>
              <a:buClr>
                <a:schemeClr val="dk2"/>
              </a:buClr>
              <a:buSzPts val="2800"/>
              <a:buChar char="•"/>
              <a:defRPr sz="2800"/>
            </a:lvl2pPr>
            <a:lvl3pPr indent="-381000" lvl="2" marL="1371600" algn="l">
              <a:lnSpc>
                <a:spcPct val="90000"/>
              </a:lnSpc>
              <a:spcBef>
                <a:spcPts val="500"/>
              </a:spcBef>
              <a:spcAft>
                <a:spcPts val="0"/>
              </a:spcAft>
              <a:buClr>
                <a:schemeClr val="dk2"/>
              </a:buClr>
              <a:buSzPts val="2400"/>
              <a:buChar char="•"/>
              <a:defRPr sz="2400"/>
            </a:lvl3pPr>
            <a:lvl4pPr indent="-355600" lvl="3" marL="1828800" algn="l">
              <a:lnSpc>
                <a:spcPct val="90000"/>
              </a:lnSpc>
              <a:spcBef>
                <a:spcPts val="500"/>
              </a:spcBef>
              <a:spcAft>
                <a:spcPts val="0"/>
              </a:spcAft>
              <a:buClr>
                <a:schemeClr val="dk2"/>
              </a:buClr>
              <a:buSzPts val="2000"/>
              <a:buChar char="•"/>
              <a:defRPr sz="2000"/>
            </a:lvl4pPr>
            <a:lvl5pPr indent="-355600" lvl="4" marL="2286000" algn="l">
              <a:lnSpc>
                <a:spcPct val="90000"/>
              </a:lnSpc>
              <a:spcBef>
                <a:spcPts val="500"/>
              </a:spcBef>
              <a:spcAft>
                <a:spcPts val="0"/>
              </a:spcAft>
              <a:buClr>
                <a:schemeClr val="dk2"/>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0" name="Google Shape;150;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1600"/>
              <a:buNone/>
              <a:defRPr sz="1600"/>
            </a:lvl1pPr>
            <a:lvl2pPr indent="-228600" lvl="1" marL="914400" algn="l">
              <a:lnSpc>
                <a:spcPct val="90000"/>
              </a:lnSpc>
              <a:spcBef>
                <a:spcPts val="500"/>
              </a:spcBef>
              <a:spcAft>
                <a:spcPts val="0"/>
              </a:spcAft>
              <a:buClr>
                <a:schemeClr val="dk2"/>
              </a:buClr>
              <a:buSzPts val="1400"/>
              <a:buNone/>
              <a:defRPr sz="1400"/>
            </a:lvl2pPr>
            <a:lvl3pPr indent="-228600" lvl="2" marL="1371600" algn="l">
              <a:lnSpc>
                <a:spcPct val="90000"/>
              </a:lnSpc>
              <a:spcBef>
                <a:spcPts val="500"/>
              </a:spcBef>
              <a:spcAft>
                <a:spcPts val="0"/>
              </a:spcAft>
              <a:buClr>
                <a:schemeClr val="dk2"/>
              </a:buClr>
              <a:buSzPts val="1200"/>
              <a:buNone/>
              <a:defRPr sz="1200"/>
            </a:lvl3pPr>
            <a:lvl4pPr indent="-228600" lvl="3" marL="1828800" algn="l">
              <a:lnSpc>
                <a:spcPct val="90000"/>
              </a:lnSpc>
              <a:spcBef>
                <a:spcPts val="500"/>
              </a:spcBef>
              <a:spcAft>
                <a:spcPts val="0"/>
              </a:spcAft>
              <a:buClr>
                <a:schemeClr val="dk2"/>
              </a:buClr>
              <a:buSzPts val="1000"/>
              <a:buNone/>
              <a:defRPr sz="1000"/>
            </a:lvl4pPr>
            <a:lvl5pPr indent="-228600" lvl="4" marL="2286000" algn="l">
              <a:lnSpc>
                <a:spcPct val="9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1" name="Google Shape;1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16"/>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6"/>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154" name="Shape 154"/>
        <p:cNvGrpSpPr/>
        <p:nvPr/>
      </p:nvGrpSpPr>
      <p:grpSpPr>
        <a:xfrm>
          <a:off x="0" y="0"/>
          <a:ext cx="0" cy="0"/>
          <a:chOff x="0" y="0"/>
          <a:chExt cx="0" cy="0"/>
        </a:xfrm>
      </p:grpSpPr>
      <p:sp>
        <p:nvSpPr>
          <p:cNvPr id="155" name="Google Shape;1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chemeClr val="dk2"/>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17"/>
          <p:cNvSpPr/>
          <p:nvPr>
            <p:ph idx="2" type="pic"/>
          </p:nvPr>
        </p:nvSpPr>
        <p:spPr>
          <a:xfrm>
            <a:off x="5183188" y="987425"/>
            <a:ext cx="6172200" cy="4873625"/>
          </a:xfrm>
          <a:prstGeom prst="rect">
            <a:avLst/>
          </a:prstGeom>
          <a:noFill/>
          <a:ln>
            <a:noFill/>
          </a:ln>
        </p:spPr>
      </p:sp>
      <p:sp>
        <p:nvSpPr>
          <p:cNvPr id="157" name="Google Shape;157;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1600"/>
              <a:buNone/>
              <a:defRPr sz="1600"/>
            </a:lvl1pPr>
            <a:lvl2pPr indent="-228600" lvl="1" marL="914400" algn="l">
              <a:lnSpc>
                <a:spcPct val="90000"/>
              </a:lnSpc>
              <a:spcBef>
                <a:spcPts val="500"/>
              </a:spcBef>
              <a:spcAft>
                <a:spcPts val="0"/>
              </a:spcAft>
              <a:buClr>
                <a:schemeClr val="dk2"/>
              </a:buClr>
              <a:buSzPts val="1400"/>
              <a:buNone/>
              <a:defRPr sz="1400"/>
            </a:lvl2pPr>
            <a:lvl3pPr indent="-228600" lvl="2" marL="1371600" algn="l">
              <a:lnSpc>
                <a:spcPct val="90000"/>
              </a:lnSpc>
              <a:spcBef>
                <a:spcPts val="500"/>
              </a:spcBef>
              <a:spcAft>
                <a:spcPts val="0"/>
              </a:spcAft>
              <a:buClr>
                <a:schemeClr val="dk2"/>
              </a:buClr>
              <a:buSzPts val="1200"/>
              <a:buNone/>
              <a:defRPr sz="1200"/>
            </a:lvl3pPr>
            <a:lvl4pPr indent="-228600" lvl="3" marL="1828800" algn="l">
              <a:lnSpc>
                <a:spcPct val="90000"/>
              </a:lnSpc>
              <a:spcBef>
                <a:spcPts val="500"/>
              </a:spcBef>
              <a:spcAft>
                <a:spcPts val="0"/>
              </a:spcAft>
              <a:buClr>
                <a:schemeClr val="dk2"/>
              </a:buClr>
              <a:buSzPts val="1000"/>
              <a:buNone/>
              <a:defRPr sz="1000"/>
            </a:lvl4pPr>
            <a:lvl5pPr indent="-228600" lvl="4" marL="2286000" algn="l">
              <a:lnSpc>
                <a:spcPct val="90000"/>
              </a:lnSpc>
              <a:spcBef>
                <a:spcPts val="50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8" name="Google Shape;1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17"/>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chemeClr val="dk2"/>
                </a:solidFill>
                <a:latin typeface="Arial"/>
                <a:ea typeface="Arial"/>
                <a:cs typeface="Arial"/>
                <a:sym typeface="Arial"/>
              </a:defRPr>
            </a:lvl1pPr>
            <a:lvl2pPr indent="0" lvl="1" marL="0" marR="0" algn="r">
              <a:spcBef>
                <a:spcPts val="0"/>
              </a:spcBef>
              <a:buNone/>
              <a:defRPr sz="1200">
                <a:solidFill>
                  <a:schemeClr val="dk2"/>
                </a:solidFill>
                <a:latin typeface="Arial"/>
                <a:ea typeface="Arial"/>
                <a:cs typeface="Arial"/>
                <a:sym typeface="Arial"/>
              </a:defRPr>
            </a:lvl2pPr>
            <a:lvl3pPr indent="0" lvl="2" marL="0" marR="0" algn="r">
              <a:spcBef>
                <a:spcPts val="0"/>
              </a:spcBef>
              <a:buNone/>
              <a:defRPr sz="1200">
                <a:solidFill>
                  <a:schemeClr val="dk2"/>
                </a:solidFill>
                <a:latin typeface="Arial"/>
                <a:ea typeface="Arial"/>
                <a:cs typeface="Arial"/>
                <a:sym typeface="Arial"/>
              </a:defRPr>
            </a:lvl3pPr>
            <a:lvl4pPr indent="0" lvl="3" marL="0" marR="0" algn="r">
              <a:spcBef>
                <a:spcPts val="0"/>
              </a:spcBef>
              <a:buNone/>
              <a:defRPr sz="1200">
                <a:solidFill>
                  <a:schemeClr val="dk2"/>
                </a:solidFill>
                <a:latin typeface="Arial"/>
                <a:ea typeface="Arial"/>
                <a:cs typeface="Arial"/>
                <a:sym typeface="Arial"/>
              </a:defRPr>
            </a:lvl4pPr>
            <a:lvl5pPr indent="0" lvl="4" marL="0" marR="0" algn="r">
              <a:spcBef>
                <a:spcPts val="0"/>
              </a:spcBef>
              <a:buNone/>
              <a:defRPr sz="1200">
                <a:solidFill>
                  <a:schemeClr val="dk2"/>
                </a:solidFill>
                <a:latin typeface="Arial"/>
                <a:ea typeface="Arial"/>
                <a:cs typeface="Arial"/>
                <a:sym typeface="Arial"/>
              </a:defRPr>
            </a:lvl5pPr>
            <a:lvl6pPr indent="0" lvl="5" marL="0" marR="0" algn="r">
              <a:spcBef>
                <a:spcPts val="0"/>
              </a:spcBef>
              <a:buNone/>
              <a:defRPr sz="1200">
                <a:solidFill>
                  <a:schemeClr val="dk2"/>
                </a:solidFill>
                <a:latin typeface="Arial"/>
                <a:ea typeface="Arial"/>
                <a:cs typeface="Arial"/>
                <a:sym typeface="Arial"/>
              </a:defRPr>
            </a:lvl6pPr>
            <a:lvl7pPr indent="0" lvl="6" marL="0" marR="0" algn="r">
              <a:spcBef>
                <a:spcPts val="0"/>
              </a:spcBef>
              <a:buNone/>
              <a:defRPr sz="1200">
                <a:solidFill>
                  <a:schemeClr val="dk2"/>
                </a:solidFill>
                <a:latin typeface="Arial"/>
                <a:ea typeface="Arial"/>
                <a:cs typeface="Arial"/>
                <a:sym typeface="Arial"/>
              </a:defRPr>
            </a:lvl7pPr>
            <a:lvl8pPr indent="0" lvl="7" marL="0" marR="0" algn="r">
              <a:spcBef>
                <a:spcPts val="0"/>
              </a:spcBef>
              <a:buNone/>
              <a:defRPr sz="1200">
                <a:solidFill>
                  <a:schemeClr val="dk2"/>
                </a:solidFill>
                <a:latin typeface="Arial"/>
                <a:ea typeface="Arial"/>
                <a:cs typeface="Arial"/>
                <a:sym typeface="Arial"/>
              </a:defRPr>
            </a:lvl8pPr>
            <a:lvl9pPr indent="0" lvl="8" marL="0" marR="0" algn="r">
              <a:spcBef>
                <a:spcPts val="0"/>
              </a:spcBef>
              <a:buNone/>
              <a:defRPr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1115367"/>
            <a:ext cx="10515600" cy="575321"/>
          </a:xfrm>
          <a:prstGeom prst="rect">
            <a:avLst/>
          </a:prstGeom>
          <a:noFill/>
          <a:ln>
            <a:noFill/>
          </a:ln>
        </p:spPr>
        <p:txBody>
          <a:bodyPr anchorCtr="0" anchor="t" bIns="45700" lIns="91425" spcFirstLastPara="1" rIns="91425" wrap="square" tIns="45700">
            <a:noAutofit/>
          </a:bodyPr>
          <a:lstStyle>
            <a:lvl1pPr lvl="0" marR="0" rtl="0" algn="l">
              <a:lnSpc>
                <a:spcPct val="80000"/>
              </a:lnSpc>
              <a:spcBef>
                <a:spcPts val="0"/>
              </a:spcBef>
              <a:spcAft>
                <a:spcPts val="0"/>
              </a:spcAft>
              <a:buClr>
                <a:schemeClr val="dk2"/>
              </a:buClr>
              <a:buSzPts val="4400"/>
              <a:buFont typeface="Arial"/>
              <a:buNone/>
              <a:defRPr b="0" i="0" sz="44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2"/>
              </a:buClr>
              <a:buSzPts val="2800"/>
              <a:buFont typeface="Arial"/>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30200" lvl="4" marL="2286000" marR="0" rtl="0" algn="l">
              <a:lnSpc>
                <a:spcPct val="90000"/>
              </a:lnSpc>
              <a:spcBef>
                <a:spcPts val="50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Arial"/>
                <a:ea typeface="Arial"/>
                <a:cs typeface="Arial"/>
                <a:sym typeface="Arial"/>
              </a:defRPr>
            </a:lvl1pPr>
            <a:lvl2pPr indent="0" lvl="1" marL="0" marR="0" rtl="0" algn="r">
              <a:spcBef>
                <a:spcPts val="0"/>
              </a:spcBef>
              <a:buNone/>
              <a:defRPr b="0" i="0" sz="1200" u="none" cap="none" strike="noStrike">
                <a:solidFill>
                  <a:schemeClr val="dk2"/>
                </a:solidFill>
                <a:latin typeface="Arial"/>
                <a:ea typeface="Arial"/>
                <a:cs typeface="Arial"/>
                <a:sym typeface="Arial"/>
              </a:defRPr>
            </a:lvl2pPr>
            <a:lvl3pPr indent="0" lvl="2" marL="0" marR="0" rtl="0" algn="r">
              <a:spcBef>
                <a:spcPts val="0"/>
              </a:spcBef>
              <a:buNone/>
              <a:defRPr b="0" i="0" sz="1200" u="none" cap="none" strike="noStrike">
                <a:solidFill>
                  <a:schemeClr val="dk2"/>
                </a:solidFill>
                <a:latin typeface="Arial"/>
                <a:ea typeface="Arial"/>
                <a:cs typeface="Arial"/>
                <a:sym typeface="Arial"/>
              </a:defRPr>
            </a:lvl3pPr>
            <a:lvl4pPr indent="0" lvl="3" marL="0" marR="0" rtl="0" algn="r">
              <a:spcBef>
                <a:spcPts val="0"/>
              </a:spcBef>
              <a:buNone/>
              <a:defRPr b="0" i="0" sz="1200" u="none" cap="none" strike="noStrike">
                <a:solidFill>
                  <a:schemeClr val="dk2"/>
                </a:solidFill>
                <a:latin typeface="Arial"/>
                <a:ea typeface="Arial"/>
                <a:cs typeface="Arial"/>
                <a:sym typeface="Arial"/>
              </a:defRPr>
            </a:lvl4pPr>
            <a:lvl5pPr indent="0" lvl="4" marL="0" marR="0" rtl="0" algn="r">
              <a:spcBef>
                <a:spcPts val="0"/>
              </a:spcBef>
              <a:buNone/>
              <a:defRPr b="0" i="0" sz="1200" u="none" cap="none" strike="noStrike">
                <a:solidFill>
                  <a:schemeClr val="dk2"/>
                </a:solidFill>
                <a:latin typeface="Arial"/>
                <a:ea typeface="Arial"/>
                <a:cs typeface="Arial"/>
                <a:sym typeface="Arial"/>
              </a:defRPr>
            </a:lvl5pPr>
            <a:lvl6pPr indent="0" lvl="5" marL="0" marR="0" rtl="0" algn="r">
              <a:spcBef>
                <a:spcPts val="0"/>
              </a:spcBef>
              <a:buNone/>
              <a:defRPr b="0" i="0" sz="1200" u="none" cap="none" strike="noStrike">
                <a:solidFill>
                  <a:schemeClr val="dk2"/>
                </a:solidFill>
                <a:latin typeface="Arial"/>
                <a:ea typeface="Arial"/>
                <a:cs typeface="Arial"/>
                <a:sym typeface="Arial"/>
              </a:defRPr>
            </a:lvl6pPr>
            <a:lvl7pPr indent="0" lvl="6" marL="0" marR="0" rtl="0" algn="r">
              <a:spcBef>
                <a:spcPts val="0"/>
              </a:spcBef>
              <a:buNone/>
              <a:defRPr b="0" i="0" sz="1200" u="none" cap="none" strike="noStrike">
                <a:solidFill>
                  <a:schemeClr val="dk2"/>
                </a:solidFill>
                <a:latin typeface="Arial"/>
                <a:ea typeface="Arial"/>
                <a:cs typeface="Arial"/>
                <a:sym typeface="Arial"/>
              </a:defRPr>
            </a:lvl7pPr>
            <a:lvl8pPr indent="0" lvl="7" marL="0" marR="0" rtl="0" algn="r">
              <a:spcBef>
                <a:spcPts val="0"/>
              </a:spcBef>
              <a:buNone/>
              <a:defRPr b="0" i="0" sz="1200" u="none" cap="none" strike="noStrike">
                <a:solidFill>
                  <a:schemeClr val="dk2"/>
                </a:solidFill>
                <a:latin typeface="Arial"/>
                <a:ea typeface="Arial"/>
                <a:cs typeface="Arial"/>
                <a:sym typeface="Arial"/>
              </a:defRPr>
            </a:lvl8pPr>
            <a:lvl9pPr indent="0" lvl="8" marL="0" marR="0" rtl="0" algn="r">
              <a:spcBef>
                <a:spcPts val="0"/>
              </a:spcBef>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hyperlink" Target="https://www.instagram.com/p/CEl4k96pLnK/?utm_source=chatgpt.com" TargetMode="External"/><Relationship Id="rId4" Type="http://schemas.openxmlformats.org/officeDocument/2006/relationships/hyperlink" Target="https://www.instagram.com/p/CEl4k96pLnK/" TargetMode="External"/><Relationship Id="rId5" Type="http://schemas.openxmlformats.org/officeDocument/2006/relationships/hyperlink" Target="https://www.devmedia.com.br/trabalhando-com-testes-exploratorios/30528?utm_source=chatgpt.com" TargetMode="External"/><Relationship Id="rId6" Type="http://schemas.openxmlformats.org/officeDocument/2006/relationships/hyperlink" Target="https://www.devmedia.com.br/trabalhando-com-testes-exploratorios/30528?utm_source=chatgpt.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5" name="Shape 165"/>
        <p:cNvGrpSpPr/>
        <p:nvPr/>
      </p:nvGrpSpPr>
      <p:grpSpPr>
        <a:xfrm>
          <a:off x="0" y="0"/>
          <a:ext cx="0" cy="0"/>
          <a:chOff x="0" y="0"/>
          <a:chExt cx="0" cy="0"/>
        </a:xfrm>
      </p:grpSpPr>
      <p:sp>
        <p:nvSpPr>
          <p:cNvPr id="166" name="Google Shape;166;p18"/>
          <p:cNvSpPr txBox="1"/>
          <p:nvPr>
            <p:ph type="ctrTitle"/>
          </p:nvPr>
        </p:nvSpPr>
        <p:spPr>
          <a:xfrm>
            <a:off x="1810512" y="1560576"/>
            <a:ext cx="8563707" cy="2387600"/>
          </a:xfrm>
          <a:prstGeom prst="rect">
            <a:avLst/>
          </a:prstGeom>
          <a:noFill/>
          <a:ln>
            <a:noFill/>
          </a:ln>
        </p:spPr>
        <p:txBody>
          <a:bodyPr anchorCtr="0" anchor="t" bIns="45700" lIns="91425" spcFirstLastPara="1" rIns="91425" wrap="square" tIns="45700">
            <a:normAutofit/>
          </a:bodyPr>
          <a:lstStyle/>
          <a:p>
            <a:pPr indent="0" lvl="0" marL="0" marR="0" rtl="0" algn="ctr">
              <a:lnSpc>
                <a:spcPct val="150000"/>
              </a:lnSpc>
              <a:spcBef>
                <a:spcPts val="0"/>
              </a:spcBef>
              <a:spcAft>
                <a:spcPts val="0"/>
              </a:spcAft>
              <a:buClr>
                <a:schemeClr val="lt1"/>
              </a:buClr>
              <a:buSzPts val="4000"/>
              <a:buFont typeface="Arial"/>
              <a:buNone/>
            </a:pPr>
            <a:r>
              <a:rPr b="0" i="0" lang="pt-BR" sz="4000" u="none" cap="none" strike="noStrike">
                <a:solidFill>
                  <a:schemeClr val="lt1"/>
                </a:solidFill>
                <a:latin typeface="Arial"/>
                <a:ea typeface="Arial"/>
                <a:cs typeface="Arial"/>
                <a:sym typeface="Arial"/>
              </a:rPr>
              <a:t>TESTING E-COMMERCE </a:t>
            </a:r>
            <a:br>
              <a:rPr b="0" i="0" lang="pt-BR" sz="4000" u="none" cap="none" strike="noStrike">
                <a:solidFill>
                  <a:schemeClr val="lt1"/>
                </a:solidFill>
                <a:latin typeface="Arial"/>
                <a:ea typeface="Arial"/>
                <a:cs typeface="Arial"/>
                <a:sym typeface="Arial"/>
              </a:rPr>
            </a:br>
            <a:r>
              <a:rPr b="0" i="0" lang="pt-BR" sz="4000" u="none" cap="none" strike="noStrike">
                <a:solidFill>
                  <a:schemeClr val="lt1"/>
                </a:solidFill>
                <a:latin typeface="Arial"/>
                <a:ea typeface="Arial"/>
                <a:cs typeface="Arial"/>
                <a:sym typeface="Arial"/>
              </a:rPr>
              <a:t>PRODUTOSBRASILEIROS.CO.UK</a:t>
            </a:r>
            <a:endParaRPr b="0" i="0" sz="4000" u="none" cap="none" strike="noStrike">
              <a:solidFill>
                <a:schemeClr val="lt1"/>
              </a:solidFill>
              <a:latin typeface="Arial"/>
              <a:ea typeface="Arial"/>
              <a:cs typeface="Arial"/>
              <a:sym typeface="Arial"/>
            </a:endParaRPr>
          </a:p>
        </p:txBody>
      </p:sp>
      <p:sp>
        <p:nvSpPr>
          <p:cNvPr id="167" name="Google Shape;167;p18"/>
          <p:cNvSpPr txBox="1"/>
          <p:nvPr>
            <p:ph idx="1" type="subTitle"/>
          </p:nvPr>
        </p:nvSpPr>
        <p:spPr>
          <a:xfrm>
            <a:off x="5907728" y="4039303"/>
            <a:ext cx="5498123" cy="1650140"/>
          </a:xfrm>
          <a:prstGeom prst="rect">
            <a:avLst/>
          </a:prstGeom>
          <a:noFill/>
          <a:ln>
            <a:noFill/>
          </a:ln>
        </p:spPr>
        <p:txBody>
          <a:bodyPr anchorCtr="0" anchor="t" bIns="45700" lIns="91425" spcFirstLastPara="1" rIns="91425" wrap="square" tIns="45700">
            <a:noAutofit/>
          </a:bodyPr>
          <a:lstStyle/>
          <a:p>
            <a:pPr indent="0" lvl="0" marL="0" marR="0" rtl="0" algn="r">
              <a:lnSpc>
                <a:spcPct val="150000"/>
              </a:lnSpc>
              <a:spcBef>
                <a:spcPts val="0"/>
              </a:spcBef>
              <a:spcAft>
                <a:spcPts val="0"/>
              </a:spcAft>
              <a:buClr>
                <a:schemeClr val="lt1"/>
              </a:buClr>
              <a:buSzPts val="1400"/>
              <a:buFont typeface="Arial"/>
              <a:buNone/>
            </a:pPr>
            <a:r>
              <a:rPr b="0" i="0" lang="pt-BR" sz="1400" u="none" cap="none" strike="noStrike">
                <a:solidFill>
                  <a:schemeClr val="lt1"/>
                </a:solidFill>
                <a:latin typeface="Arial"/>
                <a:ea typeface="Arial"/>
                <a:cs typeface="Arial"/>
                <a:sym typeface="Arial"/>
              </a:rPr>
              <a:t>Amanda Rodrigues</a:t>
            </a:r>
            <a:endParaRPr b="0" i="0" sz="1400" u="none" cap="none" strike="noStrike">
              <a:solidFill>
                <a:schemeClr val="lt1"/>
              </a:solidFill>
              <a:latin typeface="Arial"/>
              <a:ea typeface="Arial"/>
              <a:cs typeface="Arial"/>
              <a:sym typeface="Arial"/>
            </a:endParaRPr>
          </a:p>
          <a:p>
            <a:pPr indent="0" lvl="0" marL="0" marR="0" rtl="0" algn="r">
              <a:lnSpc>
                <a:spcPct val="150000"/>
              </a:lnSpc>
              <a:spcBef>
                <a:spcPts val="0"/>
              </a:spcBef>
              <a:spcAft>
                <a:spcPts val="0"/>
              </a:spcAft>
              <a:buClr>
                <a:schemeClr val="lt1"/>
              </a:buClr>
              <a:buSzPts val="1400"/>
              <a:buFont typeface="Arial"/>
              <a:buNone/>
            </a:pPr>
            <a:r>
              <a:rPr b="0" i="0" lang="pt-BR" sz="1400" u="none" cap="none" strike="noStrike">
                <a:solidFill>
                  <a:schemeClr val="lt1"/>
                </a:solidFill>
                <a:latin typeface="Arial"/>
                <a:ea typeface="Arial"/>
                <a:cs typeface="Arial"/>
                <a:sym typeface="Arial"/>
              </a:rPr>
              <a:t>Francielle Glauzer</a:t>
            </a:r>
            <a:endParaRPr b="0" i="0" sz="1400" u="none" cap="none" strike="noStrike">
              <a:solidFill>
                <a:schemeClr val="lt1"/>
              </a:solidFill>
              <a:latin typeface="Arial"/>
              <a:ea typeface="Arial"/>
              <a:cs typeface="Arial"/>
              <a:sym typeface="Arial"/>
            </a:endParaRPr>
          </a:p>
          <a:p>
            <a:pPr indent="0" lvl="0" marL="0" marR="0" rtl="0" algn="r">
              <a:lnSpc>
                <a:spcPct val="150000"/>
              </a:lnSpc>
              <a:spcBef>
                <a:spcPts val="0"/>
              </a:spcBef>
              <a:spcAft>
                <a:spcPts val="0"/>
              </a:spcAft>
              <a:buClr>
                <a:schemeClr val="lt1"/>
              </a:buClr>
              <a:buSzPts val="1400"/>
              <a:buFont typeface="Arial"/>
              <a:buNone/>
            </a:pPr>
            <a:r>
              <a:rPr b="0" i="0" lang="pt-BR" sz="1400" u="none" cap="none" strike="noStrike">
                <a:solidFill>
                  <a:schemeClr val="lt1"/>
                </a:solidFill>
                <a:latin typeface="Arial"/>
                <a:ea typeface="Arial"/>
                <a:cs typeface="Arial"/>
                <a:sym typeface="Arial"/>
              </a:rPr>
              <a:t>Luana Clementino</a:t>
            </a:r>
            <a:endParaRPr b="0" i="0" sz="1400" u="none" cap="none" strike="noStrike">
              <a:solidFill>
                <a:schemeClr val="lt1"/>
              </a:solidFill>
              <a:latin typeface="Arial"/>
              <a:ea typeface="Arial"/>
              <a:cs typeface="Arial"/>
              <a:sym typeface="Arial"/>
            </a:endParaRPr>
          </a:p>
          <a:p>
            <a:pPr indent="0" lvl="0" marL="0" marR="0" rtl="0" algn="r">
              <a:lnSpc>
                <a:spcPct val="150000"/>
              </a:lnSpc>
              <a:spcBef>
                <a:spcPts val="0"/>
              </a:spcBef>
              <a:spcAft>
                <a:spcPts val="0"/>
              </a:spcAft>
              <a:buClr>
                <a:schemeClr val="lt1"/>
              </a:buClr>
              <a:buSzPts val="1400"/>
              <a:buFont typeface="Arial"/>
              <a:buNone/>
            </a:pPr>
            <a:r>
              <a:rPr b="0" i="0" lang="pt-BR" sz="1400" u="none" cap="none" strike="noStrike">
                <a:solidFill>
                  <a:schemeClr val="lt1"/>
                </a:solidFill>
                <a:latin typeface="Arial"/>
                <a:ea typeface="Arial"/>
                <a:cs typeface="Arial"/>
                <a:sym typeface="Arial"/>
              </a:rPr>
              <a:t>Luiz Gustavo Gomes</a:t>
            </a:r>
            <a:endParaRPr b="0" i="0" sz="1400" u="none" cap="none" strike="noStrike">
              <a:solidFill>
                <a:schemeClr val="lt1"/>
              </a:solidFill>
              <a:latin typeface="Arial"/>
              <a:ea typeface="Arial"/>
              <a:cs typeface="Arial"/>
              <a:sym typeface="Arial"/>
            </a:endParaRPr>
          </a:p>
          <a:p>
            <a:pPr indent="0" lvl="0" marL="0" marR="0" rtl="0" algn="r">
              <a:lnSpc>
                <a:spcPct val="150000"/>
              </a:lnSpc>
              <a:spcBef>
                <a:spcPts val="0"/>
              </a:spcBef>
              <a:spcAft>
                <a:spcPts val="0"/>
              </a:spcAft>
              <a:buClr>
                <a:schemeClr val="lt1"/>
              </a:buClr>
              <a:buSzPts val="1400"/>
              <a:buFont typeface="Arial"/>
              <a:buNone/>
            </a:pPr>
            <a:r>
              <a:rPr b="0" i="0" lang="pt-BR" sz="1400" u="none" cap="none" strike="noStrike">
                <a:solidFill>
                  <a:schemeClr val="lt1"/>
                </a:solidFill>
                <a:latin typeface="Arial"/>
                <a:ea typeface="Arial"/>
                <a:cs typeface="Arial"/>
                <a:sym typeface="Arial"/>
              </a:rPr>
              <a:t>Rafael Petenuci</a:t>
            </a:r>
            <a:endParaRPr b="0" i="0" sz="1400" u="none" cap="none" strike="noStrike">
              <a:solidFill>
                <a:schemeClr val="lt1"/>
              </a:solidFill>
              <a:latin typeface="Arial"/>
              <a:ea typeface="Arial"/>
              <a:cs typeface="Arial"/>
              <a:sym typeface="Arial"/>
            </a:endParaRPr>
          </a:p>
          <a:p>
            <a:pPr indent="0" lvl="0" marL="0" rtl="0" algn="l">
              <a:lnSpc>
                <a:spcPct val="80000"/>
              </a:lnSpc>
              <a:spcBef>
                <a:spcPts val="0"/>
              </a:spcBef>
              <a:spcAft>
                <a:spcPts val="0"/>
              </a:spcAft>
              <a:buClr>
                <a:schemeClr val="lt1"/>
              </a:buClr>
              <a:buSzPts val="2400"/>
              <a:buNone/>
            </a:pPr>
            <a:r>
              <a:t/>
            </a:r>
            <a:endParaRPr b="1" i="0" sz="2400" u="none" cap="none" strike="noStrike">
              <a:solidFill>
                <a:schemeClr val="lt1"/>
              </a:solidFill>
              <a:latin typeface="Arial"/>
              <a:ea typeface="Arial"/>
              <a:cs typeface="Arial"/>
              <a:sym typeface="Arial"/>
            </a:endParaRPr>
          </a:p>
        </p:txBody>
      </p:sp>
      <p:sp>
        <p:nvSpPr>
          <p:cNvPr id="168" name="Google Shape;168;p18"/>
          <p:cNvSpPr txBox="1"/>
          <p:nvPr/>
        </p:nvSpPr>
        <p:spPr>
          <a:xfrm>
            <a:off x="445476" y="445476"/>
            <a:ext cx="40913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pt-BR" sz="1800" u="none" cap="none" strike="noStrike">
                <a:solidFill>
                  <a:schemeClr val="lt1"/>
                </a:solidFill>
                <a:latin typeface="Arial"/>
                <a:ea typeface="Arial"/>
                <a:cs typeface="Arial"/>
                <a:sym typeface="Arial"/>
              </a:rPr>
              <a:t>1st Challenge Mentoria 2.0</a:t>
            </a:r>
            <a:endParaRPr b="1" sz="1800">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603504" y="1308712"/>
            <a:ext cx="10515600" cy="826105"/>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rgbClr val="1F1F1F"/>
              </a:buClr>
              <a:buSzPts val="4800"/>
              <a:buFont typeface="Arial"/>
              <a:buNone/>
            </a:pPr>
            <a:r>
              <a:rPr lang="pt-BR" sz="4600">
                <a:solidFill>
                  <a:srgbClr val="1F1F1F"/>
                </a:solidFill>
              </a:rPr>
              <a:t>ABOUT THE WEBSITE UNDER TEST</a:t>
            </a:r>
            <a:endParaRPr b="0" i="0" sz="4600" u="none" cap="none" strike="noStrike">
              <a:solidFill>
                <a:schemeClr val="dk2"/>
              </a:solidFill>
              <a:latin typeface="Arial"/>
              <a:ea typeface="Arial"/>
              <a:cs typeface="Arial"/>
              <a:sym typeface="Arial"/>
            </a:endParaRPr>
          </a:p>
        </p:txBody>
      </p:sp>
      <p:sp>
        <p:nvSpPr>
          <p:cNvPr id="175" name="Google Shape;175;p19"/>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sz="1200">
              <a:solidFill>
                <a:schemeClr val="dk2"/>
              </a:solidFill>
              <a:latin typeface="Arial"/>
              <a:ea typeface="Arial"/>
              <a:cs typeface="Arial"/>
              <a:sym typeface="Arial"/>
            </a:endParaRPr>
          </a:p>
        </p:txBody>
      </p:sp>
      <p:sp>
        <p:nvSpPr>
          <p:cNvPr id="176" name="Google Shape;176;p19"/>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
        <p:nvSpPr>
          <p:cNvPr id="177" name="Google Shape;177;p19"/>
          <p:cNvSpPr txBox="1"/>
          <p:nvPr>
            <p:ph idx="3" type="body"/>
          </p:nvPr>
        </p:nvSpPr>
        <p:spPr>
          <a:xfrm>
            <a:off x="413987" y="2764961"/>
            <a:ext cx="11391032" cy="3390016"/>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000000"/>
              </a:buClr>
              <a:buSzPts val="1400"/>
              <a:buNone/>
            </a:pPr>
            <a:br>
              <a:rPr b="1" lang="pt-BR" sz="1400">
                <a:solidFill>
                  <a:srgbClr val="000000"/>
                </a:solidFill>
              </a:rPr>
            </a:br>
            <a:r>
              <a:rPr b="1" lang="pt-BR" sz="1400">
                <a:solidFill>
                  <a:srgbClr val="000000"/>
                </a:solidFill>
              </a:rPr>
              <a:t>Website Name: </a:t>
            </a:r>
            <a:r>
              <a:rPr lang="pt-BR" sz="1400">
                <a:solidFill>
                  <a:srgbClr val="000000"/>
                </a:solidFill>
              </a:rPr>
              <a:t>Produtos Brasileiro</a:t>
            </a:r>
            <a:br>
              <a:rPr lang="pt-BR" sz="1400">
                <a:solidFill>
                  <a:srgbClr val="000000"/>
                </a:solidFill>
              </a:rPr>
            </a:br>
            <a:r>
              <a:rPr b="1" lang="pt-BR" sz="1400">
                <a:solidFill>
                  <a:srgbClr val="000000"/>
                </a:solidFill>
              </a:rPr>
              <a:t>Website URL: </a:t>
            </a:r>
            <a:r>
              <a:rPr lang="pt-BR" sz="1400">
                <a:solidFill>
                  <a:srgbClr val="000000"/>
                </a:solidFill>
              </a:rPr>
              <a:t>produtosbrasileiros.co.uk</a:t>
            </a:r>
            <a:endParaRPr sz="1400">
              <a:solidFill>
                <a:srgbClr val="000000"/>
              </a:solidFill>
            </a:endParaRPr>
          </a:p>
          <a:p>
            <a:pPr indent="0" lvl="0" marL="0" rtl="0" algn="l">
              <a:lnSpc>
                <a:spcPct val="150000"/>
              </a:lnSpc>
              <a:spcBef>
                <a:spcPts val="0"/>
              </a:spcBef>
              <a:spcAft>
                <a:spcPts val="0"/>
              </a:spcAft>
              <a:buClr>
                <a:srgbClr val="000000"/>
              </a:buClr>
              <a:buSzPts val="1400"/>
              <a:buNone/>
            </a:pPr>
            <a:r>
              <a:rPr b="1" lang="pt-BR" sz="1400">
                <a:solidFill>
                  <a:srgbClr val="000000"/>
                </a:solidFill>
              </a:rPr>
              <a:t>Type: </a:t>
            </a:r>
            <a:r>
              <a:rPr lang="pt-BR" sz="1400">
                <a:solidFill>
                  <a:srgbClr val="000000"/>
                </a:solidFill>
              </a:rPr>
              <a:t>Brazilian grocery e-commerce platform</a:t>
            </a:r>
            <a:endParaRPr sz="1400">
              <a:solidFill>
                <a:srgbClr val="000000"/>
              </a:solidFill>
            </a:endParaRPr>
          </a:p>
          <a:p>
            <a:pPr indent="0" lvl="0" marL="0" rtl="0" algn="l">
              <a:lnSpc>
                <a:spcPct val="150000"/>
              </a:lnSpc>
              <a:spcBef>
                <a:spcPts val="0"/>
              </a:spcBef>
              <a:spcAft>
                <a:spcPts val="0"/>
              </a:spcAft>
              <a:buClr>
                <a:srgbClr val="000000"/>
              </a:buClr>
              <a:buSzPts val="1400"/>
              <a:buNone/>
            </a:pPr>
            <a:r>
              <a:rPr b="1" lang="pt-BR" sz="1400">
                <a:solidFill>
                  <a:srgbClr val="000000"/>
                </a:solidFill>
              </a:rPr>
              <a:t>Description: </a:t>
            </a:r>
            <a:r>
              <a:rPr lang="pt-BR" sz="1400">
                <a:solidFill>
                  <a:srgbClr val="000000"/>
                </a:solidFill>
              </a:rPr>
              <a:t>This website is an online store that offers a wide range of Brazilian food products and household items to customers living in the United Kingdom (especially the Brazilian community in London).</a:t>
            </a:r>
            <a:endParaRPr sz="1400">
              <a:solidFill>
                <a:srgbClr val="000000"/>
              </a:solidFill>
            </a:endParaRPr>
          </a:p>
          <a:p>
            <a:pPr indent="0" lvl="0" marL="0" rtl="0" algn="l">
              <a:lnSpc>
                <a:spcPct val="150000"/>
              </a:lnSpc>
              <a:spcBef>
                <a:spcPts val="0"/>
              </a:spcBef>
              <a:spcAft>
                <a:spcPts val="0"/>
              </a:spcAft>
              <a:buClr>
                <a:srgbClr val="000000"/>
              </a:buClr>
              <a:buSzPts val="1400"/>
              <a:buNone/>
            </a:pPr>
            <a:r>
              <a:t/>
            </a:r>
            <a:endParaRPr b="1" sz="1400">
              <a:solidFill>
                <a:srgbClr val="000000"/>
              </a:solidFill>
            </a:endParaRPr>
          </a:p>
          <a:p>
            <a:pPr indent="0" lvl="0" marL="0" rtl="0" algn="l">
              <a:lnSpc>
                <a:spcPct val="150000"/>
              </a:lnSpc>
              <a:spcBef>
                <a:spcPts val="0"/>
              </a:spcBef>
              <a:spcAft>
                <a:spcPts val="0"/>
              </a:spcAft>
              <a:buClr>
                <a:srgbClr val="000000"/>
              </a:buClr>
              <a:buSzPts val="1400"/>
              <a:buNone/>
            </a:pPr>
            <a:r>
              <a:t/>
            </a:r>
            <a:endParaRPr b="1"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type="title"/>
          </p:nvPr>
        </p:nvSpPr>
        <p:spPr>
          <a:xfrm>
            <a:off x="603504" y="1308712"/>
            <a:ext cx="10515600" cy="8262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rgbClr val="1F1F1F"/>
              </a:buClr>
              <a:buSzPts val="4800"/>
              <a:buFont typeface="Arial"/>
              <a:buNone/>
            </a:pPr>
            <a:r>
              <a:rPr b="0" i="0" lang="pt-BR" sz="4800" u="none" cap="none" strike="noStrike">
                <a:solidFill>
                  <a:srgbClr val="1F1F1F"/>
                </a:solidFill>
                <a:latin typeface="Arial"/>
                <a:ea typeface="Arial"/>
                <a:cs typeface="Arial"/>
                <a:sym typeface="Arial"/>
              </a:rPr>
              <a:t>PROMPT USED IN CHATGPT</a:t>
            </a:r>
            <a:endParaRPr b="0" i="0" sz="4800" u="none" cap="none" strike="noStrike">
              <a:solidFill>
                <a:schemeClr val="dk2"/>
              </a:solidFill>
              <a:latin typeface="Arial"/>
              <a:ea typeface="Arial"/>
              <a:cs typeface="Arial"/>
              <a:sym typeface="Arial"/>
            </a:endParaRPr>
          </a:p>
        </p:txBody>
      </p:sp>
      <p:sp>
        <p:nvSpPr>
          <p:cNvPr id="184" name="Google Shape;184;p20"/>
          <p:cNvSpPr txBox="1"/>
          <p:nvPr>
            <p:ph idx="11" type="ftr"/>
          </p:nvPr>
        </p:nvSpPr>
        <p:spPr>
          <a:xfrm>
            <a:off x="411480" y="301752"/>
            <a:ext cx="1828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sz="1200">
              <a:solidFill>
                <a:schemeClr val="dk2"/>
              </a:solidFill>
              <a:latin typeface="Arial"/>
              <a:ea typeface="Arial"/>
              <a:cs typeface="Arial"/>
              <a:sym typeface="Arial"/>
            </a:endParaRPr>
          </a:p>
        </p:txBody>
      </p:sp>
      <p:sp>
        <p:nvSpPr>
          <p:cNvPr id="185" name="Google Shape;185;p20"/>
          <p:cNvSpPr txBox="1"/>
          <p:nvPr>
            <p:ph idx="12" type="sldNum"/>
          </p:nvPr>
        </p:nvSpPr>
        <p:spPr>
          <a:xfrm>
            <a:off x="10122408" y="301752"/>
            <a:ext cx="1673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
        <p:nvSpPr>
          <p:cNvPr id="186" name="Google Shape;186;p20"/>
          <p:cNvSpPr txBox="1"/>
          <p:nvPr>
            <p:ph idx="3" type="body"/>
          </p:nvPr>
        </p:nvSpPr>
        <p:spPr>
          <a:xfrm>
            <a:off x="413987" y="2764961"/>
            <a:ext cx="11391000" cy="3390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000000"/>
              </a:buClr>
              <a:buSzPts val="1400"/>
              <a:buNone/>
            </a:pPr>
            <a:r>
              <a:rPr b="1" lang="pt-BR" sz="1400">
                <a:solidFill>
                  <a:srgbClr val="000000"/>
                </a:solidFill>
              </a:rPr>
              <a:t>Objective:</a:t>
            </a:r>
            <a:r>
              <a:rPr lang="pt-BR" sz="1400">
                <a:solidFill>
                  <a:srgbClr val="000000"/>
                </a:solidFill>
              </a:rPr>
              <a:t> Use Bach's mindset to list tests that I could perform on a website to identify defects.</a:t>
            </a:r>
            <a:endParaRPr sz="1400"/>
          </a:p>
          <a:p>
            <a:pPr indent="0" lvl="0" marL="0" rtl="0" algn="l">
              <a:lnSpc>
                <a:spcPct val="150000"/>
              </a:lnSpc>
              <a:spcBef>
                <a:spcPts val="0"/>
              </a:spcBef>
              <a:spcAft>
                <a:spcPts val="0"/>
              </a:spcAft>
              <a:buClr>
                <a:srgbClr val="000000"/>
              </a:buClr>
              <a:buSzPts val="1400"/>
              <a:buNone/>
            </a:pPr>
            <a:r>
              <a:rPr b="1" lang="pt-BR" sz="1400">
                <a:solidFill>
                  <a:srgbClr val="000000"/>
                </a:solidFill>
              </a:rPr>
              <a:t>Context:</a:t>
            </a:r>
            <a:endParaRPr sz="1400"/>
          </a:p>
          <a:p>
            <a:pPr indent="0" lvl="0" marL="0" rtl="0" algn="l">
              <a:lnSpc>
                <a:spcPct val="150000"/>
              </a:lnSpc>
              <a:spcBef>
                <a:spcPts val="0"/>
              </a:spcBef>
              <a:spcAft>
                <a:spcPts val="0"/>
              </a:spcAft>
              <a:buClr>
                <a:srgbClr val="000000"/>
              </a:buClr>
              <a:buSzPts val="1400"/>
              <a:buNone/>
            </a:pPr>
            <a:r>
              <a:rPr lang="pt-BR" sz="1400">
                <a:solidFill>
                  <a:srgbClr val="000000"/>
                </a:solidFill>
              </a:rPr>
              <a:t>James Bach's testing mindset is that the tester is someone with critical thinking, focused on analyzing, </a:t>
            </a:r>
            <a:br>
              <a:rPr lang="pt-BR" sz="1400">
                <a:solidFill>
                  <a:srgbClr val="000000"/>
                </a:solidFill>
              </a:rPr>
            </a:br>
            <a:r>
              <a:rPr lang="pt-BR" sz="1400">
                <a:solidFill>
                  <a:srgbClr val="000000"/>
                </a:solidFill>
              </a:rPr>
              <a:t>understanding, and learning from the object of their tests.</a:t>
            </a:r>
            <a:endParaRPr sz="1400"/>
          </a:p>
          <a:p>
            <a:pPr indent="0" lvl="0" marL="0" rtl="0" algn="l">
              <a:lnSpc>
                <a:spcPct val="150000"/>
              </a:lnSpc>
              <a:spcBef>
                <a:spcPts val="0"/>
              </a:spcBef>
              <a:spcAft>
                <a:spcPts val="0"/>
              </a:spcAft>
              <a:buClr>
                <a:srgbClr val="000000"/>
              </a:buClr>
              <a:buSzPts val="1400"/>
              <a:buNone/>
            </a:pPr>
            <a:r>
              <a:rPr b="1" lang="pt-BR" sz="1400">
                <a:solidFill>
                  <a:srgbClr val="000000"/>
                </a:solidFill>
              </a:rPr>
              <a:t>Rules:</a:t>
            </a:r>
            <a:r>
              <a:rPr lang="pt-BR" sz="1400">
                <a:solidFill>
                  <a:srgbClr val="000000"/>
                </a:solidFill>
              </a:rPr>
              <a:t> Focus only on Bach's view, do not use the mindset of other testers.</a:t>
            </a:r>
            <a:endParaRPr sz="1400"/>
          </a:p>
          <a:p>
            <a:pPr indent="0" lvl="0" marL="0" rtl="0" algn="l">
              <a:lnSpc>
                <a:spcPct val="150000"/>
              </a:lnSpc>
              <a:spcBef>
                <a:spcPts val="0"/>
              </a:spcBef>
              <a:spcAft>
                <a:spcPts val="0"/>
              </a:spcAft>
              <a:buClr>
                <a:srgbClr val="000000"/>
              </a:buClr>
              <a:buSzPts val="1400"/>
              <a:buNone/>
            </a:pPr>
            <a:r>
              <a:rPr b="1" lang="pt-BR" sz="1400">
                <a:solidFill>
                  <a:srgbClr val="000000"/>
                </a:solidFill>
              </a:rPr>
              <a:t>Example:</a:t>
            </a:r>
            <a:r>
              <a:rPr lang="pt-BR" sz="1400">
                <a:solidFill>
                  <a:srgbClr val="000000"/>
                </a:solidFill>
              </a:rPr>
              <a:t> Enter text with many characters in the site's search box to see how the application handles it.</a:t>
            </a:r>
            <a:endParaRPr sz="1400"/>
          </a:p>
          <a:p>
            <a:pPr indent="0" lvl="0" marL="0" rtl="0" algn="l">
              <a:lnSpc>
                <a:spcPct val="150000"/>
              </a:lnSpc>
              <a:spcBef>
                <a:spcPts val="0"/>
              </a:spcBef>
              <a:spcAft>
                <a:spcPts val="0"/>
              </a:spcAft>
              <a:buClr>
                <a:srgbClr val="000000"/>
              </a:buClr>
              <a:buSzPts val="1400"/>
              <a:buNone/>
            </a:pPr>
            <a:r>
              <a:rPr b="1" lang="pt-BR" sz="1400">
                <a:solidFill>
                  <a:srgbClr val="000000"/>
                </a:solidFill>
              </a:rPr>
              <a:t>Format:</a:t>
            </a:r>
            <a:r>
              <a:rPr lang="pt-BR" sz="1400">
                <a:solidFill>
                  <a:srgbClr val="000000"/>
                </a:solidFill>
              </a:rPr>
              <a:t> List of tests with numeric identifier and a brief summary of the recommended test.</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116527" y="1961739"/>
            <a:ext cx="3814690" cy="1073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pt-BR" sz="3200" u="none" cap="none" strike="noStrike">
                <a:solidFill>
                  <a:srgbClr val="000000"/>
                </a:solidFill>
                <a:latin typeface="Arial"/>
                <a:ea typeface="Arial"/>
                <a:cs typeface="Arial"/>
                <a:sym typeface="Arial"/>
              </a:rPr>
              <a:t>REFERENCE: </a:t>
            </a:r>
            <a:r>
              <a:rPr b="1" i="0" lang="pt-BR" sz="3200" u="none" cap="none" strike="noStrike">
                <a:solidFill>
                  <a:srgbClr val="000000"/>
                </a:solidFill>
                <a:latin typeface="Arial"/>
                <a:ea typeface="Arial"/>
                <a:cs typeface="Arial"/>
                <a:sym typeface="Arial"/>
              </a:rPr>
              <a:t>JAMES BACH</a:t>
            </a:r>
            <a:br>
              <a:rPr b="0" i="0" lang="pt-BR" sz="5000" u="none" cap="none" strike="noStrike">
                <a:solidFill>
                  <a:schemeClr val="dk2"/>
                </a:solidFill>
                <a:latin typeface="Arial"/>
                <a:ea typeface="Arial"/>
                <a:cs typeface="Arial"/>
                <a:sym typeface="Arial"/>
              </a:rPr>
            </a:br>
            <a:endParaRPr b="0" i="0" sz="5000" u="none" cap="none" strike="noStrike">
              <a:solidFill>
                <a:schemeClr val="dk2"/>
              </a:solidFill>
              <a:latin typeface="Arial"/>
              <a:ea typeface="Arial"/>
              <a:cs typeface="Arial"/>
              <a:sym typeface="Arial"/>
            </a:endParaRPr>
          </a:p>
        </p:txBody>
      </p:sp>
      <p:sp>
        <p:nvSpPr>
          <p:cNvPr id="193" name="Google Shape;193;p21"/>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sz="1200">
              <a:solidFill>
                <a:schemeClr val="dk2"/>
              </a:solidFill>
              <a:latin typeface="Arial"/>
              <a:ea typeface="Arial"/>
              <a:cs typeface="Arial"/>
              <a:sym typeface="Arial"/>
            </a:endParaRPr>
          </a:p>
        </p:txBody>
      </p:sp>
      <p:sp>
        <p:nvSpPr>
          <p:cNvPr id="194" name="Google Shape;194;p21"/>
          <p:cNvSpPr txBox="1"/>
          <p:nvPr>
            <p:ph idx="1" type="body"/>
          </p:nvPr>
        </p:nvSpPr>
        <p:spPr>
          <a:xfrm>
            <a:off x="5174694" y="1715715"/>
            <a:ext cx="5093208" cy="490538"/>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2000"/>
              <a:buFont typeface="Arial"/>
              <a:buNone/>
            </a:pPr>
            <a:r>
              <a:rPr b="1" i="0" lang="pt-BR" sz="2000" u="none" cap="none" strike="noStrike">
                <a:solidFill>
                  <a:srgbClr val="000000"/>
                </a:solidFill>
                <a:latin typeface="Arial"/>
                <a:ea typeface="Arial"/>
                <a:cs typeface="Arial"/>
                <a:sym typeface="Arial"/>
              </a:rPr>
              <a:t>Using James Bach's mindset:</a:t>
            </a:r>
            <a:endParaRPr b="1" i="0" sz="2000" u="none" cap="none" strike="noStrike">
              <a:solidFill>
                <a:schemeClr val="dk2"/>
              </a:solidFill>
              <a:latin typeface="Arial"/>
              <a:ea typeface="Arial"/>
              <a:cs typeface="Arial"/>
              <a:sym typeface="Arial"/>
            </a:endParaRPr>
          </a:p>
        </p:txBody>
      </p:sp>
      <p:sp>
        <p:nvSpPr>
          <p:cNvPr id="195" name="Google Shape;195;p21"/>
          <p:cNvSpPr txBox="1"/>
          <p:nvPr>
            <p:ph idx="3" type="body"/>
          </p:nvPr>
        </p:nvSpPr>
        <p:spPr>
          <a:xfrm>
            <a:off x="4966889" y="2602454"/>
            <a:ext cx="5989487" cy="3033128"/>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2000"/>
              <a:buFont typeface="Arial"/>
              <a:buNone/>
            </a:pPr>
            <a:r>
              <a:rPr b="0" i="0" lang="pt-BR" sz="2000" u="none" cap="none" strike="noStrike">
                <a:solidFill>
                  <a:srgbClr val="000000"/>
                </a:solidFill>
                <a:latin typeface="Arial"/>
                <a:ea typeface="Arial"/>
                <a:cs typeface="Arial"/>
                <a:sym typeface="Arial"/>
              </a:rPr>
              <a:t>James Bach's testing mindset is that the tester is someone with critical thinking, focused on analyzing, understanding, and learning from the object of their tests.</a:t>
            </a:r>
            <a:endParaRPr b="0" i="0" sz="2000" u="none" cap="none" strike="noStrike">
              <a:solidFill>
                <a:schemeClr val="dk2"/>
              </a:solidFill>
              <a:latin typeface="Arial"/>
              <a:ea typeface="Arial"/>
              <a:cs typeface="Arial"/>
              <a:sym typeface="Arial"/>
            </a:endParaRPr>
          </a:p>
        </p:txBody>
      </p:sp>
      <p:sp>
        <p:nvSpPr>
          <p:cNvPr id="196" name="Google Shape;196;p21"/>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id="197" name="Google Shape;197;p21"/>
          <p:cNvPicPr preferRelativeResize="0"/>
          <p:nvPr/>
        </p:nvPicPr>
        <p:blipFill>
          <a:blip r:embed="rId3">
            <a:alphaModFix/>
          </a:blip>
          <a:stretch>
            <a:fillRect/>
          </a:stretch>
        </p:blipFill>
        <p:spPr>
          <a:xfrm>
            <a:off x="619025" y="3428989"/>
            <a:ext cx="1905000" cy="1905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2"/>
          <p:cNvSpPr txBox="1"/>
          <p:nvPr>
            <p:ph type="title"/>
          </p:nvPr>
        </p:nvSpPr>
        <p:spPr>
          <a:xfrm>
            <a:off x="883225" y="1221900"/>
            <a:ext cx="10467373" cy="64284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4000"/>
              <a:buFont typeface="Arial"/>
              <a:buNone/>
            </a:pPr>
            <a:r>
              <a:rPr b="1" i="0" lang="pt-BR" sz="4000" u="none" cap="none" strike="noStrike">
                <a:solidFill>
                  <a:schemeClr val="lt1"/>
                </a:solidFill>
                <a:latin typeface="Arial"/>
                <a:ea typeface="Arial"/>
                <a:cs typeface="Arial"/>
                <a:sym typeface="Arial"/>
              </a:rPr>
              <a:t>FIRST LIST GENERATED BY CHATGPT</a:t>
            </a:r>
            <a:endParaRPr b="1" i="0" sz="4000" u="none" cap="none" strike="noStrike">
              <a:solidFill>
                <a:schemeClr val="lt1"/>
              </a:solidFill>
              <a:latin typeface="Arial"/>
              <a:ea typeface="Arial"/>
              <a:cs typeface="Arial"/>
              <a:sym typeface="Arial"/>
            </a:endParaRPr>
          </a:p>
        </p:txBody>
      </p:sp>
      <p:sp>
        <p:nvSpPr>
          <p:cNvPr id="204" name="Google Shape;204;p22"/>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05" name="Google Shape;205;p22"/>
          <p:cNvSpPr txBox="1"/>
          <p:nvPr>
            <p:ph idx="2" type="body"/>
          </p:nvPr>
        </p:nvSpPr>
        <p:spPr>
          <a:xfrm>
            <a:off x="413987" y="3102401"/>
            <a:ext cx="10942388" cy="3611862"/>
          </a:xfrm>
          <a:prstGeom prst="rect">
            <a:avLst/>
          </a:prstGeom>
          <a:noFill/>
          <a:ln>
            <a:noFill/>
          </a:ln>
        </p:spPr>
        <p:txBody>
          <a:bodyPr anchorCtr="0" anchor="t" bIns="45700" lIns="91425" spcFirstLastPara="1" rIns="91425" wrap="square" tIns="45700">
            <a:noAutofit/>
          </a:bodyPr>
          <a:lstStyle/>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Search with excessive characters</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Enter 500+ characters in the search box to observe limits, performance, and error messages.</a:t>
            </a:r>
            <a:endParaRPr b="1" i="0" sz="1600" u="none" cap="none" strike="noStrike">
              <a:solidFill>
                <a:schemeClr val="dk2"/>
              </a:solidFill>
              <a:latin typeface="Arial"/>
              <a:ea typeface="Arial"/>
              <a:cs typeface="Arial"/>
              <a:sym typeface="Arial"/>
            </a:endParaRPr>
          </a:p>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Search with special characters</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Search using unusual symbols (</a:t>
            </a:r>
            <a:r>
              <a:rPr b="1" i="0" lang="pt-BR" sz="1600" u="none" cap="none" strike="noStrike">
                <a:solidFill>
                  <a:srgbClr val="188038"/>
                </a:solidFill>
                <a:latin typeface="Arial"/>
                <a:ea typeface="Arial"/>
                <a:cs typeface="Arial"/>
                <a:sym typeface="Arial"/>
              </a:rPr>
              <a:t>%$, ; &lt;script&gt;</a:t>
            </a:r>
            <a:r>
              <a:rPr b="1" i="0" lang="pt-BR" sz="1600" u="none" cap="none" strike="noStrike">
                <a:solidFill>
                  <a:srgbClr val="000000"/>
                </a:solidFill>
                <a:latin typeface="Arial"/>
                <a:ea typeface="Arial"/>
                <a:cs typeface="Arial"/>
                <a:sym typeface="Arial"/>
              </a:rPr>
              <a:t>) to see if the system filters them or produces unexpected errors.</a:t>
            </a:r>
            <a:endParaRPr b="1" i="0" sz="1600" u="none" cap="none" strike="noStrike">
              <a:solidFill>
                <a:schemeClr val="dk2"/>
              </a:solidFill>
              <a:latin typeface="Arial"/>
              <a:ea typeface="Arial"/>
              <a:cs typeface="Arial"/>
              <a:sym typeface="Arial"/>
            </a:endParaRPr>
          </a:p>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Search with no results</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Search for something nonexistent (“asdfgh12345”) to evaluate clarity of feedback.</a:t>
            </a:r>
            <a:endParaRPr b="1" i="0" sz="1600" u="none" cap="none" strike="noStrike">
              <a:solidFill>
                <a:schemeClr val="dk2"/>
              </a:solidFill>
              <a:latin typeface="Arial"/>
              <a:ea typeface="Arial"/>
              <a:cs typeface="Arial"/>
              <a:sym typeface="Arial"/>
            </a:endParaRPr>
          </a:p>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Language switching</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Check if all texts change correctly between PT/EN, or if some remain inconsistent.</a:t>
            </a:r>
            <a:br>
              <a:rPr b="1" i="0" lang="pt-BR" sz="1000" u="none" cap="none" strike="noStrike">
                <a:solidFill>
                  <a:srgbClr val="000000"/>
                </a:solidFill>
                <a:latin typeface="Arial"/>
                <a:ea typeface="Arial"/>
                <a:cs typeface="Arial"/>
                <a:sym typeface="Arial"/>
              </a:rPr>
            </a:br>
            <a:br>
              <a:rPr b="1" i="0" lang="pt-BR" sz="1000" u="none" cap="none" strike="noStrike">
                <a:solidFill>
                  <a:srgbClr val="000000"/>
                </a:solidFill>
                <a:latin typeface="Arial"/>
                <a:ea typeface="Arial"/>
                <a:cs typeface="Arial"/>
                <a:sym typeface="Arial"/>
              </a:rPr>
            </a:br>
            <a:endParaRPr b="1" i="0" sz="1000" u="none" cap="none" strike="noStrike">
              <a:solidFill>
                <a:srgbClr val="000000"/>
              </a:solidFill>
              <a:latin typeface="Arial"/>
              <a:ea typeface="Arial"/>
              <a:cs typeface="Arial"/>
              <a:sym typeface="Arial"/>
            </a:endParaRPr>
          </a:p>
          <a:p>
            <a:pPr indent="-181609" lvl="0" marL="283210" marR="0" rtl="0" algn="l">
              <a:lnSpc>
                <a:spcPct val="15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06" name="Google Shape;206;p22"/>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accent5"/>
                </a:solidFill>
                <a:latin typeface="Arial"/>
                <a:ea typeface="Arial"/>
                <a:cs typeface="Arial"/>
                <a:sym typeface="Arial"/>
              </a:rPr>
              <a:t>‹#›</a:t>
            </a:fld>
            <a:endParaRPr sz="1200">
              <a:solidFill>
                <a:schemeClr val="accent5"/>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3"/>
          <p:cNvSpPr txBox="1"/>
          <p:nvPr>
            <p:ph type="title"/>
          </p:nvPr>
        </p:nvSpPr>
        <p:spPr>
          <a:xfrm>
            <a:off x="863934" y="1279774"/>
            <a:ext cx="10467373" cy="64284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4000"/>
              <a:buFont typeface="Arial"/>
              <a:buNone/>
            </a:pPr>
            <a:r>
              <a:rPr b="1" i="0" lang="pt-BR" sz="4000" u="none" cap="none" strike="noStrike">
                <a:solidFill>
                  <a:schemeClr val="lt1"/>
                </a:solidFill>
                <a:latin typeface="Arial"/>
                <a:ea typeface="Arial"/>
                <a:cs typeface="Arial"/>
                <a:sym typeface="Arial"/>
              </a:rPr>
              <a:t>FIRST LIST GENERATED BY CHATGPT</a:t>
            </a:r>
            <a:endParaRPr b="1" i="0" sz="4000" u="none" cap="none" strike="noStrike">
              <a:solidFill>
                <a:schemeClr val="lt1"/>
              </a:solidFill>
              <a:latin typeface="Arial"/>
              <a:ea typeface="Arial"/>
              <a:cs typeface="Arial"/>
              <a:sym typeface="Arial"/>
            </a:endParaRPr>
          </a:p>
        </p:txBody>
      </p:sp>
      <p:sp>
        <p:nvSpPr>
          <p:cNvPr id="213" name="Google Shape;213;p23"/>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a:p>
        </p:txBody>
      </p:sp>
      <p:sp>
        <p:nvSpPr>
          <p:cNvPr id="214" name="Google Shape;214;p23"/>
          <p:cNvSpPr txBox="1"/>
          <p:nvPr>
            <p:ph idx="2" type="body"/>
          </p:nvPr>
        </p:nvSpPr>
        <p:spPr>
          <a:xfrm>
            <a:off x="221075" y="2886425"/>
            <a:ext cx="11752500" cy="4117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2"/>
              </a:buClr>
              <a:buSzPts val="1000"/>
              <a:buFont typeface="Arial"/>
              <a:buNone/>
            </a:pPr>
            <a:r>
              <a:t/>
            </a:r>
            <a:endParaRPr b="1" i="0" sz="1000" u="none" cap="none" strike="noStrike">
              <a:solidFill>
                <a:schemeClr val="dk2"/>
              </a:solidFill>
              <a:latin typeface="Arial"/>
              <a:ea typeface="Arial"/>
              <a:cs typeface="Arial"/>
              <a:sym typeface="Arial"/>
            </a:endParaRPr>
          </a:p>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Repeated item addition</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Insert the same product multiple times quickly and check if the cart duplicates correctly or creates inconsistency.</a:t>
            </a:r>
            <a:endParaRPr b="1" i="0" sz="1600" u="none" cap="none" strike="noStrike">
              <a:solidFill>
                <a:schemeClr val="dk2"/>
              </a:solidFill>
              <a:latin typeface="Arial"/>
              <a:ea typeface="Arial"/>
              <a:cs typeface="Arial"/>
              <a:sym typeface="Arial"/>
            </a:endParaRPr>
          </a:p>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Login</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Try logging in with invalid credentials (wrong password, non-existent email) and observe messages.</a:t>
            </a:r>
            <a:endParaRPr b="1" i="0" sz="1600" u="none" cap="none" strike="noStrike">
              <a:solidFill>
                <a:schemeClr val="dk2"/>
              </a:solidFill>
              <a:latin typeface="Arial"/>
              <a:ea typeface="Arial"/>
              <a:cs typeface="Arial"/>
              <a:sym typeface="Arial"/>
            </a:endParaRPr>
          </a:p>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Phone formatting</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Test WhatsApp contact with numbers in different formats (with/without country code).</a:t>
            </a:r>
            <a:endParaRPr b="1" i="0" sz="1600" u="none" cap="none" strike="noStrike">
              <a:solidFill>
                <a:schemeClr val="dk2"/>
              </a:solidFill>
              <a:latin typeface="Arial"/>
              <a:ea typeface="Arial"/>
              <a:cs typeface="Arial"/>
              <a:sym typeface="Arial"/>
            </a:endParaRPr>
          </a:p>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Free delivery</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Simulate purchases close to £70 (69.99, 70.00, 70.01) to verify if the shipping rule works exactly as advertised.</a:t>
            </a:r>
            <a:endParaRPr b="1" i="0" sz="1600" u="none" cap="none" strike="noStrike">
              <a:solidFill>
                <a:schemeClr val="dk2"/>
              </a:solidFill>
              <a:latin typeface="Arial"/>
              <a:ea typeface="Arial"/>
              <a:cs typeface="Arial"/>
              <a:sym typeface="Arial"/>
            </a:endParaRPr>
          </a:p>
          <a:p>
            <a:pPr indent="-283210" lvl="0" marL="283210" marR="0" rtl="0" algn="l">
              <a:lnSpc>
                <a:spcPct val="150000"/>
              </a:lnSpc>
              <a:spcBef>
                <a:spcPts val="0"/>
              </a:spcBef>
              <a:spcAft>
                <a:spcPts val="0"/>
              </a:spcAft>
              <a:buClr>
                <a:srgbClr val="000000"/>
              </a:buClr>
              <a:buSzPts val="1600"/>
              <a:buFont typeface="Arial"/>
              <a:buChar char="•"/>
            </a:pPr>
            <a:r>
              <a:rPr b="1" i="0" lang="pt-BR" sz="1600" u="none" cap="none" strike="noStrike">
                <a:solidFill>
                  <a:srgbClr val="000000"/>
                </a:solidFill>
                <a:latin typeface="Arial"/>
                <a:ea typeface="Arial"/>
                <a:cs typeface="Arial"/>
                <a:sym typeface="Arial"/>
              </a:rPr>
              <a:t>Customer service hours</a:t>
            </a:r>
            <a:br>
              <a:rPr b="1" i="0" lang="pt-BR" sz="1600" u="none" cap="none" strike="noStrike">
                <a:solidFill>
                  <a:schemeClr val="dk2"/>
                </a:solidFill>
                <a:latin typeface="Arial"/>
                <a:ea typeface="Arial"/>
                <a:cs typeface="Arial"/>
                <a:sym typeface="Arial"/>
              </a:rPr>
            </a:br>
            <a:r>
              <a:rPr b="1" i="0" lang="pt-BR" sz="1600" u="none" cap="none" strike="noStrike">
                <a:solidFill>
                  <a:srgbClr val="000000"/>
                </a:solidFill>
                <a:latin typeface="Arial"/>
                <a:ea typeface="Arial"/>
                <a:cs typeface="Arial"/>
                <a:sym typeface="Arial"/>
              </a:rPr>
              <a:t> Send a message outside support hours (after 6pm) and observe automated response or failure.</a:t>
            </a:r>
            <a:br>
              <a:rPr b="1" i="0" lang="pt-BR" sz="1000" u="none" cap="none" strike="noStrike">
                <a:solidFill>
                  <a:srgbClr val="000000"/>
                </a:solidFill>
                <a:latin typeface="Arial"/>
                <a:ea typeface="Arial"/>
                <a:cs typeface="Arial"/>
                <a:sym typeface="Arial"/>
              </a:rPr>
            </a:br>
            <a:endParaRPr b="1" i="0" sz="1000" u="none" cap="none" strike="noStrike">
              <a:solidFill>
                <a:srgbClr val="000000"/>
              </a:solidFill>
              <a:latin typeface="Arial"/>
              <a:ea typeface="Arial"/>
              <a:cs typeface="Arial"/>
              <a:sym typeface="Arial"/>
            </a:endParaRPr>
          </a:p>
          <a:p>
            <a:pPr indent="-181609" lvl="0" marL="283210" marR="0" rtl="0" algn="l">
              <a:lnSpc>
                <a:spcPct val="15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15" name="Google Shape;215;p23"/>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accent5"/>
                </a:solidFill>
                <a:latin typeface="Arial"/>
                <a:ea typeface="Arial"/>
                <a:cs typeface="Arial"/>
                <a:sym typeface="Arial"/>
              </a:rPr>
              <a:t>‹#›</a:t>
            </a:fld>
            <a:endParaRPr sz="1200">
              <a:solidFill>
                <a:schemeClr val="accent5"/>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4"/>
          <p:cNvSpPr txBox="1"/>
          <p:nvPr>
            <p:ph type="title"/>
          </p:nvPr>
        </p:nvSpPr>
        <p:spPr>
          <a:xfrm>
            <a:off x="863934" y="1279774"/>
            <a:ext cx="10467373" cy="64284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4000"/>
              <a:buFont typeface="Arial"/>
              <a:buNone/>
            </a:pPr>
            <a:r>
              <a:rPr b="1" i="0" lang="pt-BR" sz="4000" u="none" cap="none" strike="noStrike">
                <a:solidFill>
                  <a:schemeClr val="lt1"/>
                </a:solidFill>
                <a:latin typeface="Arial"/>
                <a:ea typeface="Arial"/>
                <a:cs typeface="Arial"/>
                <a:sym typeface="Arial"/>
              </a:rPr>
              <a:t>FIRST LIST GENERATED BY CHATGPT</a:t>
            </a:r>
            <a:endParaRPr b="1" i="0" sz="4000" u="none" cap="none" strike="noStrike">
              <a:solidFill>
                <a:schemeClr val="lt1"/>
              </a:solidFill>
              <a:latin typeface="Arial"/>
              <a:ea typeface="Arial"/>
              <a:cs typeface="Arial"/>
              <a:sym typeface="Arial"/>
            </a:endParaRPr>
          </a:p>
        </p:txBody>
      </p:sp>
      <p:sp>
        <p:nvSpPr>
          <p:cNvPr id="222" name="Google Shape;222;p24"/>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23" name="Google Shape;223;p24"/>
          <p:cNvSpPr txBox="1"/>
          <p:nvPr>
            <p:ph idx="2" type="body"/>
          </p:nvPr>
        </p:nvSpPr>
        <p:spPr>
          <a:xfrm>
            <a:off x="307876" y="2626333"/>
            <a:ext cx="11752500" cy="42966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2"/>
              </a:buClr>
              <a:buSzPts val="1000"/>
              <a:buFont typeface="Arial"/>
              <a:buNone/>
            </a:pPr>
            <a:r>
              <a:t/>
            </a:r>
            <a:endParaRPr b="1" i="0" sz="1000" u="none" cap="none" strike="noStrike">
              <a:solidFill>
                <a:schemeClr val="dk2"/>
              </a:solidFill>
              <a:latin typeface="Arial"/>
              <a:ea typeface="Arial"/>
              <a:cs typeface="Arial"/>
              <a:sym typeface="Arial"/>
            </a:endParaRPr>
          </a:p>
          <a:p>
            <a:pPr indent="0" lvl="0" marL="283464" marR="0" rtl="0" algn="l">
              <a:lnSpc>
                <a:spcPct val="100000"/>
              </a:lnSpc>
              <a:spcBef>
                <a:spcPts val="0"/>
              </a:spcBef>
              <a:spcAft>
                <a:spcPts val="0"/>
              </a:spcAft>
              <a:buNone/>
            </a:pPr>
            <a:r>
              <a:t/>
            </a:r>
            <a:endParaRPr b="1" sz="1400">
              <a:solidFill>
                <a:srgbClr val="000000"/>
              </a:solidFill>
            </a:endParaRPr>
          </a:p>
          <a:p>
            <a:pPr indent="-283210" lvl="0" marL="283210" rtl="0" algn="l">
              <a:lnSpc>
                <a:spcPct val="100000"/>
              </a:lnSpc>
              <a:spcBef>
                <a:spcPts val="0"/>
              </a:spcBef>
              <a:spcAft>
                <a:spcPts val="0"/>
              </a:spcAft>
              <a:buClr>
                <a:schemeClr val="dk1"/>
              </a:buClr>
              <a:buSzPts val="1400"/>
              <a:buChar char="•"/>
            </a:pPr>
            <a:r>
              <a:rPr b="1" lang="pt-BR" sz="1400">
                <a:solidFill>
                  <a:schemeClr val="dk1"/>
                </a:solidFill>
              </a:rPr>
              <a:t>Main Links</a:t>
            </a:r>
            <a:br>
              <a:rPr b="1" lang="pt-BR" sz="1400"/>
            </a:br>
            <a:r>
              <a:rPr b="1" i="0" lang="pt-BR" sz="1400" u="none" cap="none" strike="noStrike">
                <a:solidFill>
                  <a:srgbClr val="000000"/>
                </a:solidFill>
                <a:latin typeface="Arial"/>
                <a:ea typeface="Arial"/>
                <a:cs typeface="Arial"/>
                <a:sym typeface="Arial"/>
              </a:rPr>
              <a:t>Click menus (“Meat”, “Groceries”, etc.) and verify if they lead to the correct categories.</a:t>
            </a:r>
            <a:br>
              <a:rPr b="1" i="0" lang="pt-BR"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283210" lvl="0" marL="283210" marR="0" rtl="0" algn="l">
              <a:lnSpc>
                <a:spcPct val="100000"/>
              </a:lnSpc>
              <a:spcBef>
                <a:spcPts val="0"/>
              </a:spcBef>
              <a:spcAft>
                <a:spcPts val="0"/>
              </a:spcAft>
              <a:buClr>
                <a:srgbClr val="000000"/>
              </a:buClr>
              <a:buSzPts val="1400"/>
              <a:buFont typeface="Arial"/>
              <a:buChar char="•"/>
            </a:pPr>
            <a:r>
              <a:rPr b="1" i="0" lang="pt-BR" sz="1400" u="none" cap="none" strike="noStrike">
                <a:solidFill>
                  <a:srgbClr val="000000"/>
                </a:solidFill>
                <a:latin typeface="Arial"/>
                <a:ea typeface="Arial"/>
                <a:cs typeface="Arial"/>
                <a:sym typeface="Arial"/>
              </a:rPr>
              <a:t>Promotions (Offers/Favorites)</a:t>
            </a:r>
            <a:br>
              <a:rPr b="1" i="0" lang="pt-BR" sz="1400" u="none" cap="none" strike="noStrike">
                <a:solidFill>
                  <a:schemeClr val="dk2"/>
                </a:solidFill>
                <a:latin typeface="Arial"/>
                <a:ea typeface="Arial"/>
                <a:cs typeface="Arial"/>
                <a:sym typeface="Arial"/>
              </a:rPr>
            </a:br>
            <a:r>
              <a:rPr b="1" i="0" lang="pt-BR" sz="1400" u="none" cap="none" strike="noStrike">
                <a:solidFill>
                  <a:srgbClr val="000000"/>
                </a:solidFill>
                <a:latin typeface="Arial"/>
                <a:ea typeface="Arial"/>
                <a:cs typeface="Arial"/>
                <a:sym typeface="Arial"/>
              </a:rPr>
              <a:t>Click “Confira” and check if it opens products or just static banners.</a:t>
            </a:r>
            <a:br>
              <a:rPr b="1" i="0" lang="pt-BR"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283210" lvl="0" marL="283210" marR="0" rtl="0" algn="l">
              <a:lnSpc>
                <a:spcPct val="100000"/>
              </a:lnSpc>
              <a:spcBef>
                <a:spcPts val="0"/>
              </a:spcBef>
              <a:spcAft>
                <a:spcPts val="0"/>
              </a:spcAft>
              <a:buClr>
                <a:srgbClr val="000000"/>
              </a:buClr>
              <a:buSzPts val="1400"/>
              <a:buFont typeface="Arial"/>
              <a:buChar char="•"/>
            </a:pPr>
            <a:r>
              <a:rPr b="1" i="0" lang="pt-BR" sz="1400" u="none" cap="none" strike="noStrike">
                <a:solidFill>
                  <a:srgbClr val="000000"/>
                </a:solidFill>
                <a:latin typeface="Arial"/>
                <a:ea typeface="Arial"/>
                <a:cs typeface="Arial"/>
                <a:sym typeface="Arial"/>
              </a:rPr>
              <a:t>Empty cart</a:t>
            </a:r>
            <a:br>
              <a:rPr b="1" i="0" lang="pt-BR" sz="1400" u="none" cap="none" strike="noStrike">
                <a:solidFill>
                  <a:schemeClr val="dk2"/>
                </a:solidFill>
                <a:latin typeface="Arial"/>
                <a:ea typeface="Arial"/>
                <a:cs typeface="Arial"/>
                <a:sym typeface="Arial"/>
              </a:rPr>
            </a:br>
            <a:r>
              <a:rPr b="1" i="0" lang="pt-BR" sz="1400" u="none" cap="none" strike="noStrike">
                <a:solidFill>
                  <a:srgbClr val="000000"/>
                </a:solidFill>
                <a:latin typeface="Arial"/>
                <a:ea typeface="Arial"/>
                <a:cs typeface="Arial"/>
                <a:sym typeface="Arial"/>
              </a:rPr>
              <a:t> Access the cart without adding anything to see if a friendly message appears or if it errors out.</a:t>
            </a:r>
            <a:br>
              <a:rPr b="1" i="0" lang="pt-BR" sz="1400" u="none" cap="none" strike="noStrike">
                <a:solidFill>
                  <a:srgbClr val="000000"/>
                </a:solidFill>
                <a:latin typeface="Arial"/>
                <a:ea typeface="Arial"/>
                <a:cs typeface="Arial"/>
                <a:sym typeface="Arial"/>
              </a:rPr>
            </a:br>
            <a:endParaRPr/>
          </a:p>
          <a:p>
            <a:pPr indent="-283210" lvl="0" marL="283210" marR="0" rtl="0" algn="l">
              <a:lnSpc>
                <a:spcPct val="100000"/>
              </a:lnSpc>
              <a:spcBef>
                <a:spcPts val="0"/>
              </a:spcBef>
              <a:spcAft>
                <a:spcPts val="0"/>
              </a:spcAft>
              <a:buClr>
                <a:srgbClr val="000000"/>
              </a:buClr>
              <a:buSzPts val="1400"/>
              <a:buFont typeface="Arial"/>
              <a:buChar char="•"/>
            </a:pPr>
            <a:r>
              <a:rPr b="1" i="0" lang="pt-BR" sz="1400" u="none" cap="none" strike="noStrike">
                <a:solidFill>
                  <a:srgbClr val="000000"/>
                </a:solidFill>
                <a:latin typeface="Arial"/>
                <a:ea typeface="Arial"/>
                <a:cs typeface="Arial"/>
                <a:sym typeface="Arial"/>
              </a:rPr>
              <a:t>Expired session</a:t>
            </a:r>
            <a:br>
              <a:rPr b="1" i="0" lang="pt-BR" sz="1400" u="none" cap="none" strike="noStrike">
                <a:solidFill>
                  <a:schemeClr val="dk2"/>
                </a:solidFill>
                <a:latin typeface="Arial"/>
                <a:ea typeface="Arial"/>
                <a:cs typeface="Arial"/>
                <a:sym typeface="Arial"/>
              </a:rPr>
            </a:br>
            <a:r>
              <a:rPr b="1" i="0" lang="pt-BR" sz="1400" u="none" cap="none" strike="noStrike">
                <a:solidFill>
                  <a:srgbClr val="000000"/>
                </a:solidFill>
                <a:latin typeface="Arial"/>
                <a:ea typeface="Arial"/>
                <a:cs typeface="Arial"/>
                <a:sym typeface="Arial"/>
              </a:rPr>
              <a:t> Add items to the cart, wait without interaction, and verify if the session expires correctly.</a:t>
            </a:r>
            <a:br>
              <a:rPr b="1" i="0" lang="pt-BR"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283210" lvl="0" marL="283210" marR="0" rtl="0" algn="l">
              <a:lnSpc>
                <a:spcPct val="100000"/>
              </a:lnSpc>
              <a:spcBef>
                <a:spcPts val="0"/>
              </a:spcBef>
              <a:spcAft>
                <a:spcPts val="0"/>
              </a:spcAft>
              <a:buClr>
                <a:srgbClr val="000000"/>
              </a:buClr>
              <a:buSzPts val="1400"/>
              <a:buFont typeface="Arial"/>
              <a:buChar char="•"/>
            </a:pPr>
            <a:r>
              <a:rPr b="1" i="0" lang="pt-BR" sz="1400" u="none" cap="none" strike="noStrike">
                <a:solidFill>
                  <a:srgbClr val="000000"/>
                </a:solidFill>
                <a:latin typeface="Arial"/>
                <a:ea typeface="Arial"/>
                <a:cs typeface="Arial"/>
                <a:sym typeface="Arial"/>
              </a:rPr>
              <a:t>Mobile access</a:t>
            </a:r>
            <a:br>
              <a:rPr b="1" i="0" lang="pt-BR" sz="1400" u="none" cap="none" strike="noStrike">
                <a:solidFill>
                  <a:schemeClr val="dk2"/>
                </a:solidFill>
                <a:latin typeface="Arial"/>
                <a:ea typeface="Arial"/>
                <a:cs typeface="Arial"/>
                <a:sym typeface="Arial"/>
              </a:rPr>
            </a:br>
            <a:r>
              <a:rPr b="1" i="0" lang="pt-BR" sz="1400" u="none" cap="none" strike="noStrike">
                <a:solidFill>
                  <a:srgbClr val="000000"/>
                </a:solidFill>
                <a:latin typeface="Arial"/>
                <a:ea typeface="Arial"/>
                <a:cs typeface="Arial"/>
                <a:sym typeface="Arial"/>
              </a:rPr>
              <a:t> Use reduced screen (inspect in mobile mode) to validate if banners, buttons, and menus adjust</a:t>
            </a:r>
            <a:br>
              <a:rPr b="1" i="0" lang="pt-BR"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283210" lvl="0" marL="283210" marR="0" rtl="0" algn="l">
              <a:lnSpc>
                <a:spcPct val="100000"/>
              </a:lnSpc>
              <a:spcBef>
                <a:spcPts val="0"/>
              </a:spcBef>
              <a:spcAft>
                <a:spcPts val="0"/>
              </a:spcAft>
              <a:buClr>
                <a:srgbClr val="000000"/>
              </a:buClr>
              <a:buSzPts val="1400"/>
              <a:buFont typeface="Arial"/>
              <a:buChar char="•"/>
            </a:pPr>
            <a:r>
              <a:rPr b="1" i="0" lang="pt-BR" sz="1400" u="none" cap="none" strike="noStrike">
                <a:solidFill>
                  <a:srgbClr val="000000"/>
                </a:solidFill>
                <a:latin typeface="Arial"/>
                <a:ea typeface="Arial"/>
                <a:cs typeface="Arial"/>
                <a:sym typeface="Arial"/>
              </a:rPr>
              <a:t>“Get our app today!” button</a:t>
            </a:r>
            <a:br>
              <a:rPr b="1" i="0" lang="pt-BR" sz="1400" u="none" cap="none" strike="noStrike">
                <a:solidFill>
                  <a:schemeClr val="dk2"/>
                </a:solidFill>
                <a:latin typeface="Arial"/>
                <a:ea typeface="Arial"/>
                <a:cs typeface="Arial"/>
                <a:sym typeface="Arial"/>
              </a:rPr>
            </a:br>
            <a:r>
              <a:rPr b="1" i="0" lang="pt-BR" sz="1400" u="none" cap="none" strike="noStrike">
                <a:solidFill>
                  <a:srgbClr val="000000"/>
                </a:solidFill>
                <a:latin typeface="Arial"/>
                <a:ea typeface="Arial"/>
                <a:cs typeface="Arial"/>
                <a:sym typeface="Arial"/>
              </a:rPr>
              <a:t> Click and confirm if it leads to the correct app store or generates an error.</a:t>
            </a:r>
            <a:br>
              <a:rPr b="1" i="0" lang="pt-BR" sz="1000" u="none" cap="none" strike="noStrike">
                <a:solidFill>
                  <a:srgbClr val="000000"/>
                </a:solidFill>
                <a:latin typeface="Arial"/>
                <a:ea typeface="Arial"/>
                <a:cs typeface="Arial"/>
                <a:sym typeface="Arial"/>
              </a:rPr>
            </a:br>
            <a:endParaRPr b="1" i="0" sz="1000" u="none" cap="none" strike="noStrike">
              <a:solidFill>
                <a:srgbClr val="000000"/>
              </a:solidFill>
              <a:latin typeface="Arial"/>
              <a:ea typeface="Arial"/>
              <a:cs typeface="Arial"/>
              <a:sym typeface="Arial"/>
            </a:endParaRPr>
          </a:p>
          <a:p>
            <a:pPr indent="-181609" lvl="0" marL="283210" marR="0" rtl="0" algn="l">
              <a:lnSpc>
                <a:spcPct val="150000"/>
              </a:lnSpc>
              <a:spcBef>
                <a:spcPts val="0"/>
              </a:spcBef>
              <a:spcAft>
                <a:spcPts val="0"/>
              </a:spcAft>
              <a:buClr>
                <a:schemeClr val="dk2"/>
              </a:buClr>
              <a:buSzPts val="1600"/>
              <a:buFont typeface="Arial"/>
              <a:buNone/>
            </a:pPr>
            <a:r>
              <a:t/>
            </a:r>
            <a:endParaRPr b="0" i="0" sz="1600" u="none" cap="none" strike="noStrike">
              <a:solidFill>
                <a:schemeClr val="dk2"/>
              </a:solidFill>
              <a:latin typeface="Arial"/>
              <a:ea typeface="Arial"/>
              <a:cs typeface="Arial"/>
              <a:sym typeface="Arial"/>
            </a:endParaRPr>
          </a:p>
        </p:txBody>
      </p:sp>
      <p:sp>
        <p:nvSpPr>
          <p:cNvPr id="224" name="Google Shape;224;p24"/>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accent5"/>
                </a:solidFill>
                <a:latin typeface="Arial"/>
                <a:ea typeface="Arial"/>
                <a:cs typeface="Arial"/>
                <a:sym typeface="Arial"/>
              </a:rPr>
              <a:t>‹#›</a:t>
            </a:fld>
            <a:endParaRPr sz="1200">
              <a:solidFill>
                <a:schemeClr val="accent5"/>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603504" y="1463040"/>
            <a:ext cx="10515600" cy="575321"/>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4000"/>
              <a:buFont typeface="Arial"/>
              <a:buNone/>
            </a:pPr>
            <a:r>
              <a:rPr b="1" i="0" lang="pt-BR" sz="4000" u="none" cap="none" strike="noStrike">
                <a:solidFill>
                  <a:schemeClr val="lt1"/>
                </a:solidFill>
                <a:latin typeface="Arial"/>
                <a:ea typeface="Arial"/>
                <a:cs typeface="Arial"/>
                <a:sym typeface="Arial"/>
              </a:rPr>
              <a:t>SECOND LIST GENERATED BY CHATGPT</a:t>
            </a:r>
            <a:endParaRPr b="0" i="0" sz="5000" u="none" cap="none" strike="noStrike">
              <a:solidFill>
                <a:schemeClr val="lt1"/>
              </a:solidFill>
              <a:latin typeface="Arial"/>
              <a:ea typeface="Arial"/>
              <a:cs typeface="Arial"/>
              <a:sym typeface="Arial"/>
            </a:endParaRPr>
          </a:p>
        </p:txBody>
      </p:sp>
      <p:sp>
        <p:nvSpPr>
          <p:cNvPr id="231" name="Google Shape;231;p25"/>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32" name="Google Shape;232;p25"/>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
        <p:nvSpPr>
          <p:cNvPr id="233" name="Google Shape;233;p25"/>
          <p:cNvSpPr txBox="1"/>
          <p:nvPr>
            <p:ph idx="3" type="body"/>
          </p:nvPr>
        </p:nvSpPr>
        <p:spPr>
          <a:xfrm>
            <a:off x="288596" y="2543113"/>
            <a:ext cx="11622254" cy="3520596"/>
          </a:xfrm>
          <a:prstGeom prst="rect">
            <a:avLst/>
          </a:prstGeom>
          <a:noFill/>
          <a:ln>
            <a:noFill/>
          </a:ln>
        </p:spPr>
        <p:txBody>
          <a:bodyPr anchorCtr="0" anchor="t" bIns="45700" lIns="91425" spcFirstLastPara="1" rIns="91425" wrap="square" tIns="45700">
            <a:noAutofit/>
          </a:bodyPr>
          <a:lstStyle/>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Large amount of text in the search field</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Enter a very long string or special characters in the search field (if available) to observe how the system handles excessive input, potential errors, or performance slowdown.</a:t>
            </a:r>
            <a:endParaRPr b="0" i="0" sz="16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Navigation across categories and subcategories</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Sequentially explore categories such as </a:t>
            </a:r>
            <a:r>
              <a:rPr b="0" i="1" lang="pt-BR" sz="1600" u="none" cap="none" strike="noStrike">
                <a:solidFill>
                  <a:schemeClr val="lt1"/>
                </a:solidFill>
                <a:latin typeface="Arial"/>
                <a:ea typeface="Arial"/>
                <a:cs typeface="Arial"/>
                <a:sym typeface="Arial"/>
              </a:rPr>
              <a:t>Meat</a:t>
            </a:r>
            <a:r>
              <a:rPr b="0" i="0" lang="pt-BR" sz="1600" u="none" cap="none" strike="noStrike">
                <a:solidFill>
                  <a:schemeClr val="lt1"/>
                </a:solidFill>
                <a:latin typeface="Arial"/>
                <a:ea typeface="Arial"/>
                <a:cs typeface="Arial"/>
                <a:sym typeface="Arial"/>
              </a:rPr>
              <a:t>, </a:t>
            </a:r>
            <a:r>
              <a:rPr b="0" i="1" lang="pt-BR" sz="1600" u="none" cap="none" strike="noStrike">
                <a:solidFill>
                  <a:schemeClr val="lt1"/>
                </a:solidFill>
                <a:latin typeface="Arial"/>
                <a:ea typeface="Arial"/>
                <a:cs typeface="Arial"/>
                <a:sym typeface="Arial"/>
              </a:rPr>
              <a:t>Grocery</a:t>
            </a:r>
            <a:r>
              <a:rPr b="0" i="0" lang="pt-BR" sz="1600" u="none" cap="none" strike="noStrike">
                <a:solidFill>
                  <a:schemeClr val="lt1"/>
                </a:solidFill>
                <a:latin typeface="Arial"/>
                <a:ea typeface="Arial"/>
                <a:cs typeface="Arial"/>
                <a:sym typeface="Arial"/>
              </a:rPr>
              <a:t>, </a:t>
            </a:r>
            <a:r>
              <a:rPr b="0" i="1" lang="pt-BR" sz="1600" u="none" cap="none" strike="noStrike">
                <a:solidFill>
                  <a:schemeClr val="lt1"/>
                </a:solidFill>
                <a:latin typeface="Arial"/>
                <a:ea typeface="Arial"/>
                <a:cs typeface="Arial"/>
                <a:sym typeface="Arial"/>
              </a:rPr>
              <a:t>Frozen</a:t>
            </a:r>
            <a:r>
              <a:rPr b="0" i="0" lang="pt-BR" sz="1600" u="none" cap="none" strike="noStrike">
                <a:solidFill>
                  <a:schemeClr val="lt1"/>
                </a:solidFill>
                <a:latin typeface="Arial"/>
                <a:ea typeface="Arial"/>
                <a:cs typeface="Arial"/>
                <a:sym typeface="Arial"/>
              </a:rPr>
              <a:t> — click on each one and verify whether loading, displayed items, and ordering are correct (e.g., </a:t>
            </a:r>
            <a:r>
              <a:rPr b="0" i="1" lang="pt-BR" sz="1600" u="none" cap="none" strike="noStrike">
                <a:solidFill>
                  <a:schemeClr val="lt1"/>
                </a:solidFill>
                <a:latin typeface="Arial"/>
                <a:ea typeface="Arial"/>
                <a:cs typeface="Arial"/>
                <a:sym typeface="Arial"/>
              </a:rPr>
              <a:t>Picanha</a:t>
            </a:r>
            <a:r>
              <a:rPr b="0" i="0" lang="pt-BR" sz="1600" u="none" cap="none" strike="noStrike">
                <a:solidFill>
                  <a:schemeClr val="lt1"/>
                </a:solidFill>
                <a:latin typeface="Arial"/>
                <a:ea typeface="Arial"/>
                <a:cs typeface="Arial"/>
                <a:sym typeface="Arial"/>
              </a:rPr>
              <a:t>, </a:t>
            </a:r>
            <a:r>
              <a:rPr b="0" i="1" lang="pt-BR" sz="1600" u="none" cap="none" strike="noStrike">
                <a:solidFill>
                  <a:schemeClr val="lt1"/>
                </a:solidFill>
                <a:latin typeface="Arial"/>
                <a:ea typeface="Arial"/>
                <a:cs typeface="Arial"/>
                <a:sym typeface="Arial"/>
              </a:rPr>
              <a:t>Beans</a:t>
            </a:r>
            <a:r>
              <a:rPr b="0" i="0" lang="pt-BR" sz="1600" u="none" cap="none" strike="noStrike">
                <a:solidFill>
                  <a:schemeClr val="lt1"/>
                </a:solidFill>
                <a:latin typeface="Arial"/>
                <a:ea typeface="Arial"/>
                <a:cs typeface="Arial"/>
                <a:sym typeface="Arial"/>
              </a:rPr>
              <a:t>, etc.).</a:t>
            </a:r>
            <a:endParaRPr b="0" i="0" sz="16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Behavior when adding items to the cart</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Add items to the shopping cart and verify whether quantities are correct, subtotals are updated properly, and how the site reacts when multiple units or different products are added.</a:t>
            </a:r>
            <a:endParaRPr b="0" i="0" sz="1600" u="none" cap="none" strike="noStrike">
              <a:solidFill>
                <a:schemeClr val="lt1"/>
              </a:solidFill>
              <a:latin typeface="Arial"/>
              <a:ea typeface="Arial"/>
              <a:cs typeface="Arial"/>
              <a:sym typeface="Arial"/>
            </a:endParaRPr>
          </a:p>
          <a:p>
            <a:pPr indent="-181609" lvl="0" marL="283210" marR="0" rtl="0" algn="l">
              <a:lnSpc>
                <a:spcPct val="150000"/>
              </a:lnSpc>
              <a:spcBef>
                <a:spcPts val="0"/>
              </a:spcBef>
              <a:spcAft>
                <a:spcPts val="0"/>
              </a:spcAft>
              <a:buClr>
                <a:schemeClr val="lt1"/>
              </a:buClr>
              <a:buSzPts val="1600"/>
              <a:buFont typeface="Arial"/>
              <a:buNone/>
            </a:pPr>
            <a:r>
              <a:t/>
            </a:r>
            <a:endParaRPr b="0" i="0" sz="1600" u="none" cap="none" strike="noStrike">
              <a:solidFill>
                <a:schemeClr val="lt1"/>
              </a:solidFill>
              <a:latin typeface="Arial"/>
              <a:ea typeface="Arial"/>
              <a:cs typeface="Arial"/>
              <a:sym typeface="Arial"/>
            </a:endParaRPr>
          </a:p>
          <a:p>
            <a:pPr indent="-181609" lvl="0" marL="283210" marR="0" rtl="0" algn="l">
              <a:lnSpc>
                <a:spcPct val="150000"/>
              </a:lnSpc>
              <a:spcBef>
                <a:spcPts val="0"/>
              </a:spcBef>
              <a:spcAft>
                <a:spcPts val="0"/>
              </a:spcAft>
              <a:buClr>
                <a:schemeClr val="lt1"/>
              </a:buClr>
              <a:buSzPts val="1600"/>
              <a:buFont typeface="Arial"/>
              <a:buNone/>
            </a:pPr>
            <a:r>
              <a:t/>
            </a:r>
            <a:endParaRPr b="0" i="0" sz="16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6"/>
          <p:cNvSpPr txBox="1"/>
          <p:nvPr>
            <p:ph type="title"/>
          </p:nvPr>
        </p:nvSpPr>
        <p:spPr>
          <a:xfrm>
            <a:off x="603504" y="1463040"/>
            <a:ext cx="10515600" cy="575321"/>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4000"/>
              <a:buFont typeface="Arial"/>
              <a:buNone/>
            </a:pPr>
            <a:r>
              <a:rPr b="1" i="0" lang="pt-BR" sz="4000" u="none" cap="none" strike="noStrike">
                <a:solidFill>
                  <a:schemeClr val="lt1"/>
                </a:solidFill>
                <a:latin typeface="Arial"/>
                <a:ea typeface="Arial"/>
                <a:cs typeface="Arial"/>
                <a:sym typeface="Arial"/>
              </a:rPr>
              <a:t>SECOND LIST GENERATED BY CHATGPT</a:t>
            </a:r>
            <a:endParaRPr b="0" i="0" sz="5000" u="none" cap="none" strike="noStrike">
              <a:solidFill>
                <a:schemeClr val="lt1"/>
              </a:solidFill>
              <a:latin typeface="Arial"/>
              <a:ea typeface="Arial"/>
              <a:cs typeface="Arial"/>
              <a:sym typeface="Arial"/>
            </a:endParaRPr>
          </a:p>
        </p:txBody>
      </p:sp>
      <p:sp>
        <p:nvSpPr>
          <p:cNvPr id="240" name="Google Shape;240;p26"/>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41" name="Google Shape;241;p26"/>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
        <p:nvSpPr>
          <p:cNvPr id="242" name="Google Shape;242;p26"/>
          <p:cNvSpPr txBox="1"/>
          <p:nvPr>
            <p:ph idx="3" type="body"/>
          </p:nvPr>
        </p:nvSpPr>
        <p:spPr>
          <a:xfrm>
            <a:off x="288596" y="2591341"/>
            <a:ext cx="11622254" cy="4022165"/>
          </a:xfrm>
          <a:prstGeom prst="rect">
            <a:avLst/>
          </a:prstGeom>
          <a:noFill/>
          <a:ln>
            <a:noFill/>
          </a:ln>
        </p:spPr>
        <p:txBody>
          <a:bodyPr anchorCtr="0" anchor="t" bIns="45700" lIns="91425" spcFirstLastPara="1" rIns="91425" wrap="square" tIns="45700">
            <a:noAutofit/>
          </a:bodyPr>
          <a:lstStyle/>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Boundary testing on the cart</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Insert a very large quantity (e.g., 999 or more) of the same product to verify validation, price calculation accuracy, stock limits, or potential crashes.</a:t>
            </a:r>
            <a:endParaRPr b="0" i="0" sz="16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Login/account flow (“Sign in”)</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Attempt to log in with invalid credentials or non-existent accounts. Observe error messages and security behavior (e.g., lockout time after multiple failed attempts).</a:t>
            </a:r>
            <a:endParaRPr b="0" i="0" sz="16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Contact form submission</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On the contact page (via </a:t>
            </a:r>
            <a:r>
              <a:rPr b="0" i="1" lang="pt-BR" sz="1600" u="none" cap="none" strike="noStrike">
                <a:solidFill>
                  <a:schemeClr val="lt1"/>
                </a:solidFill>
                <a:latin typeface="Arial"/>
                <a:ea typeface="Arial"/>
                <a:cs typeface="Arial"/>
                <a:sym typeface="Arial"/>
              </a:rPr>
              <a:t>Contact Us</a:t>
            </a:r>
            <a:r>
              <a:rPr b="0" i="0" lang="pt-BR" sz="1600" u="none" cap="none" strike="noStrike">
                <a:solidFill>
                  <a:schemeClr val="lt1"/>
                </a:solidFill>
                <a:latin typeface="Arial"/>
                <a:ea typeface="Arial"/>
                <a:cs typeface="Arial"/>
                <a:sym typeface="Arial"/>
              </a:rPr>
              <a:t> or equivalent), submit forms with incomplete inputs, special characters, or without filling mandatory fields. Verify field validation and user feedback.</a:t>
            </a:r>
            <a:endParaRPr/>
          </a:p>
          <a:p>
            <a:pPr indent="-181609" lvl="0" marL="283210" marR="0" rtl="0" algn="l">
              <a:lnSpc>
                <a:spcPct val="150000"/>
              </a:lnSpc>
              <a:spcBef>
                <a:spcPts val="0"/>
              </a:spcBef>
              <a:spcAft>
                <a:spcPts val="0"/>
              </a:spcAft>
              <a:buClr>
                <a:schemeClr val="lt1"/>
              </a:buClr>
              <a:buSzPts val="1600"/>
              <a:buFont typeface="Arial"/>
              <a:buNone/>
            </a:pPr>
            <a:r>
              <a:t/>
            </a:r>
            <a:endParaRPr b="1" i="0" sz="1600" u="none" cap="none" strike="noStrike">
              <a:solidFill>
                <a:schemeClr val="lt1"/>
              </a:solidFill>
              <a:latin typeface="Arial"/>
              <a:ea typeface="Arial"/>
              <a:cs typeface="Arial"/>
              <a:sym typeface="Arial"/>
            </a:endParaRPr>
          </a:p>
          <a:p>
            <a:pPr indent="-181609" lvl="0" marL="283210" marR="0" rtl="0" algn="l">
              <a:lnSpc>
                <a:spcPct val="150000"/>
              </a:lnSpc>
              <a:spcBef>
                <a:spcPts val="0"/>
              </a:spcBef>
              <a:spcAft>
                <a:spcPts val="0"/>
              </a:spcAft>
              <a:buClr>
                <a:schemeClr val="lt1"/>
              </a:buClr>
              <a:buSzPts val="1600"/>
              <a:buFont typeface="Arial"/>
              <a:buNone/>
            </a:pPr>
            <a:r>
              <a:t/>
            </a:r>
            <a:endParaRPr b="0" i="0" sz="1600" u="none" cap="none" strike="noStrike">
              <a:solidFill>
                <a:schemeClr val="lt1"/>
              </a:solidFill>
              <a:latin typeface="Arial"/>
              <a:ea typeface="Arial"/>
              <a:cs typeface="Arial"/>
              <a:sym typeface="Arial"/>
            </a:endParaRPr>
          </a:p>
          <a:p>
            <a:pPr indent="-181609" lvl="0" marL="283210" marR="0" rtl="0" algn="l">
              <a:lnSpc>
                <a:spcPct val="150000"/>
              </a:lnSpc>
              <a:spcBef>
                <a:spcPts val="0"/>
              </a:spcBef>
              <a:spcAft>
                <a:spcPts val="0"/>
              </a:spcAft>
              <a:buClr>
                <a:schemeClr val="lt1"/>
              </a:buClr>
              <a:buSzPts val="1600"/>
              <a:buFont typeface="Arial"/>
              <a:buNone/>
            </a:pPr>
            <a:r>
              <a:t/>
            </a:r>
            <a:endParaRPr b="0" i="0" sz="16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603504" y="1463040"/>
            <a:ext cx="10515600" cy="575321"/>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4000"/>
              <a:buFont typeface="Arial"/>
              <a:buNone/>
            </a:pPr>
            <a:r>
              <a:rPr b="1" i="0" lang="pt-BR" sz="4000" u="none" cap="none" strike="noStrike">
                <a:solidFill>
                  <a:schemeClr val="lt1"/>
                </a:solidFill>
                <a:latin typeface="Arial"/>
                <a:ea typeface="Arial"/>
                <a:cs typeface="Arial"/>
                <a:sym typeface="Arial"/>
              </a:rPr>
              <a:t>SECOND LIST GENERATED BY CHATGPT</a:t>
            </a:r>
            <a:endParaRPr b="0" i="0" sz="5000" u="none" cap="none" strike="noStrike">
              <a:solidFill>
                <a:schemeClr val="lt1"/>
              </a:solidFill>
              <a:latin typeface="Arial"/>
              <a:ea typeface="Arial"/>
              <a:cs typeface="Arial"/>
              <a:sym typeface="Arial"/>
            </a:endParaRPr>
          </a:p>
        </p:txBody>
      </p:sp>
      <p:sp>
        <p:nvSpPr>
          <p:cNvPr id="249" name="Google Shape;249;p27"/>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50" name="Google Shape;250;p27"/>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
        <p:nvSpPr>
          <p:cNvPr id="251" name="Google Shape;251;p27"/>
          <p:cNvSpPr txBox="1"/>
          <p:nvPr>
            <p:ph idx="3" type="body"/>
          </p:nvPr>
        </p:nvSpPr>
        <p:spPr>
          <a:xfrm>
            <a:off x="288596" y="2591341"/>
            <a:ext cx="11622254" cy="4051101"/>
          </a:xfrm>
          <a:prstGeom prst="rect">
            <a:avLst/>
          </a:prstGeom>
          <a:noFill/>
          <a:ln>
            <a:noFill/>
          </a:ln>
        </p:spPr>
        <p:txBody>
          <a:bodyPr anchorCtr="0" anchor="t" bIns="45700" lIns="91425" spcFirstLastPara="1" rIns="91425" wrap="square" tIns="45700">
            <a:noAutofit/>
          </a:bodyPr>
          <a:lstStyle/>
          <a:p>
            <a:pPr indent="-283210" lvl="0" marL="283210" marR="0" rtl="0" algn="l">
              <a:lnSpc>
                <a:spcPct val="150000"/>
              </a:lnSpc>
              <a:spcBef>
                <a:spcPts val="0"/>
              </a:spcBef>
              <a:spcAft>
                <a:spcPts val="0"/>
              </a:spcAft>
              <a:buClr>
                <a:schemeClr val="lt1"/>
              </a:buClr>
              <a:buSzPts val="1300"/>
              <a:buFont typeface="Arial"/>
              <a:buChar char="•"/>
            </a:pPr>
            <a:r>
              <a:rPr b="1" i="0" lang="pt-BR" sz="1300" u="none" cap="none" strike="noStrike">
                <a:solidFill>
                  <a:schemeClr val="lt1"/>
                </a:solidFill>
                <a:latin typeface="Arial"/>
                <a:ea typeface="Arial"/>
                <a:cs typeface="Arial"/>
                <a:sym typeface="Arial"/>
              </a:rPr>
              <a:t>Responsive elements and banner/promo navigation</a:t>
            </a:r>
            <a:br>
              <a:rPr b="1" i="0" lang="pt-BR" sz="1300" u="none" cap="none" strike="noStrike">
                <a:solidFill>
                  <a:schemeClr val="lt1"/>
                </a:solidFill>
                <a:latin typeface="Arial"/>
                <a:ea typeface="Arial"/>
                <a:cs typeface="Arial"/>
                <a:sym typeface="Arial"/>
              </a:rPr>
            </a:br>
            <a:r>
              <a:rPr b="1" i="0" lang="pt-BR" sz="1300" u="none" cap="none" strike="noStrike">
                <a:solidFill>
                  <a:schemeClr val="lt1"/>
                </a:solidFill>
                <a:latin typeface="Arial"/>
                <a:ea typeface="Arial"/>
                <a:cs typeface="Arial"/>
                <a:sym typeface="Arial"/>
              </a:rPr>
              <a:t> Explore promotional banners or carousels (e.g., about the app or giveaways). Test clicks on different areas (images, text, carousel arrows) to verify expected behavior — redirection or error.</a:t>
            </a:r>
            <a:endParaRPr b="0" i="0" sz="13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300"/>
              <a:buFont typeface="Arial"/>
              <a:buChar char="•"/>
            </a:pPr>
            <a:r>
              <a:rPr b="1" i="0" lang="pt-BR" sz="1300" u="none" cap="none" strike="noStrike">
                <a:solidFill>
                  <a:schemeClr val="lt1"/>
                </a:solidFill>
                <a:latin typeface="Arial"/>
                <a:ea typeface="Arial"/>
                <a:cs typeface="Arial"/>
                <a:sym typeface="Arial"/>
              </a:rPr>
              <a:t>External and social media links</a:t>
            </a:r>
            <a:br>
              <a:rPr b="1" i="0" lang="pt-BR" sz="1300" u="none" cap="none" strike="noStrike">
                <a:solidFill>
                  <a:schemeClr val="lt1"/>
                </a:solidFill>
                <a:latin typeface="Arial"/>
                <a:ea typeface="Arial"/>
                <a:cs typeface="Arial"/>
                <a:sym typeface="Arial"/>
              </a:rPr>
            </a:br>
            <a:r>
              <a:rPr b="1" i="0" lang="pt-BR" sz="1300" u="none" cap="none" strike="noStrike">
                <a:solidFill>
                  <a:schemeClr val="lt1"/>
                </a:solidFill>
                <a:latin typeface="Arial"/>
                <a:ea typeface="Arial"/>
                <a:cs typeface="Arial"/>
                <a:sym typeface="Arial"/>
              </a:rPr>
              <a:t> Click icons such as Instagram, Facebook, WhatsApp. Verify they open correctly in a new tab and point to valid destinations (no 404 errors).</a:t>
            </a:r>
            <a:endParaRPr b="0" i="0" sz="13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300"/>
              <a:buFont typeface="Arial"/>
              <a:buChar char="•"/>
            </a:pPr>
            <a:r>
              <a:rPr b="1" i="0" lang="pt-BR" sz="1300" u="none" cap="none" strike="noStrike">
                <a:solidFill>
                  <a:schemeClr val="lt1"/>
                </a:solidFill>
                <a:latin typeface="Arial"/>
                <a:ea typeface="Arial"/>
                <a:cs typeface="Arial"/>
                <a:sym typeface="Arial"/>
              </a:rPr>
              <a:t>HTTPS / site security test</a:t>
            </a:r>
            <a:br>
              <a:rPr b="1" i="0" lang="pt-BR" sz="1300" u="none" cap="none" strike="noStrike">
                <a:solidFill>
                  <a:schemeClr val="lt1"/>
                </a:solidFill>
                <a:latin typeface="Arial"/>
                <a:ea typeface="Arial"/>
                <a:cs typeface="Arial"/>
                <a:sym typeface="Arial"/>
              </a:rPr>
            </a:br>
            <a:r>
              <a:rPr b="1" i="0" lang="pt-BR" sz="1300" u="none" cap="none" strike="noStrike">
                <a:solidFill>
                  <a:schemeClr val="lt1"/>
                </a:solidFill>
                <a:latin typeface="Arial"/>
                <a:ea typeface="Arial"/>
                <a:cs typeface="Arial"/>
                <a:sym typeface="Arial"/>
              </a:rPr>
              <a:t> Check whether the site uses HTTPS, has a valid certificate, and observe its behavior when accessed via HTTP (redirection or error) — a common risk in e-commerce.</a:t>
            </a:r>
            <a:endParaRPr b="0" i="0" sz="13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300"/>
              <a:buFont typeface="Arial"/>
              <a:buChar char="•"/>
            </a:pPr>
            <a:r>
              <a:rPr b="1" i="0" lang="pt-BR" sz="1300" u="none" cap="none" strike="noStrike">
                <a:solidFill>
                  <a:schemeClr val="lt1"/>
                </a:solidFill>
                <a:latin typeface="Arial"/>
                <a:ea typeface="Arial"/>
                <a:cs typeface="Arial"/>
                <a:sym typeface="Arial"/>
              </a:rPr>
              <a:t>Incomplete purchase simulation (“abandon cart”)</a:t>
            </a:r>
            <a:br>
              <a:rPr b="1" i="0" lang="pt-BR" sz="1300" u="none" cap="none" strike="noStrike">
                <a:solidFill>
                  <a:schemeClr val="lt1"/>
                </a:solidFill>
                <a:latin typeface="Arial"/>
                <a:ea typeface="Arial"/>
                <a:cs typeface="Arial"/>
                <a:sym typeface="Arial"/>
              </a:rPr>
            </a:br>
            <a:r>
              <a:rPr b="1" i="0" lang="pt-BR" sz="1300" u="none" cap="none" strike="noStrike">
                <a:solidFill>
                  <a:schemeClr val="lt1"/>
                </a:solidFill>
                <a:latin typeface="Arial"/>
                <a:ea typeface="Arial"/>
                <a:cs typeface="Arial"/>
                <a:sym typeface="Arial"/>
              </a:rPr>
              <a:t> Fill the cart and then navigate away (e.g., to </a:t>
            </a:r>
            <a:r>
              <a:rPr b="0" i="1" lang="pt-BR" sz="1300" u="none" cap="none" strike="noStrike">
                <a:solidFill>
                  <a:schemeClr val="lt1"/>
                </a:solidFill>
                <a:latin typeface="Arial"/>
                <a:ea typeface="Arial"/>
                <a:cs typeface="Arial"/>
                <a:sym typeface="Arial"/>
              </a:rPr>
              <a:t>About Us</a:t>
            </a:r>
            <a:r>
              <a:rPr b="0" i="0" lang="pt-BR" sz="1300" u="none" cap="none" strike="noStrike">
                <a:solidFill>
                  <a:schemeClr val="lt1"/>
                </a:solidFill>
                <a:latin typeface="Arial"/>
                <a:ea typeface="Arial"/>
                <a:cs typeface="Arial"/>
                <a:sym typeface="Arial"/>
              </a:rPr>
              <a:t> or another section) to check whether the cart persists, is saved, or is cleared without notice — testing session handling and persistence.</a:t>
            </a:r>
            <a:endParaRPr/>
          </a:p>
          <a:p>
            <a:pPr indent="-194309" lvl="0" marL="283210" marR="0" rtl="0" algn="l">
              <a:lnSpc>
                <a:spcPct val="150000"/>
              </a:lnSpc>
              <a:spcBef>
                <a:spcPts val="0"/>
              </a:spcBef>
              <a:spcAft>
                <a:spcPts val="0"/>
              </a:spcAft>
              <a:buClr>
                <a:schemeClr val="lt1"/>
              </a:buClr>
              <a:buSzPts val="1400"/>
              <a:buFont typeface="Arial"/>
              <a:buNone/>
            </a:pPr>
            <a:r>
              <a:t/>
            </a:r>
            <a:endParaRPr b="1" i="0" sz="14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1" i="0" sz="14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0" i="0" sz="14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ph type="title"/>
          </p:nvPr>
        </p:nvSpPr>
        <p:spPr>
          <a:xfrm>
            <a:off x="603504" y="1463040"/>
            <a:ext cx="10515600" cy="575321"/>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4000"/>
              <a:buFont typeface="Arial"/>
              <a:buNone/>
            </a:pPr>
            <a:r>
              <a:rPr b="1" i="0" lang="pt-BR" sz="4000" u="none" cap="none" strike="noStrike">
                <a:solidFill>
                  <a:schemeClr val="lt1"/>
                </a:solidFill>
                <a:latin typeface="Arial"/>
                <a:ea typeface="Arial"/>
                <a:cs typeface="Arial"/>
                <a:sym typeface="Arial"/>
              </a:rPr>
              <a:t>SECOND LIST GENERATED BY CHATGPT</a:t>
            </a:r>
            <a:endParaRPr b="0" i="0" sz="5000" u="none" cap="none" strike="noStrike">
              <a:solidFill>
                <a:schemeClr val="lt1"/>
              </a:solidFill>
              <a:latin typeface="Arial"/>
              <a:ea typeface="Arial"/>
              <a:cs typeface="Arial"/>
              <a:sym typeface="Arial"/>
            </a:endParaRPr>
          </a:p>
        </p:txBody>
      </p:sp>
      <p:sp>
        <p:nvSpPr>
          <p:cNvPr id="258" name="Google Shape;258;p28"/>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59" name="Google Shape;259;p28"/>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
        <p:nvSpPr>
          <p:cNvPr id="260" name="Google Shape;260;p28"/>
          <p:cNvSpPr txBox="1"/>
          <p:nvPr>
            <p:ph idx="3" type="body"/>
          </p:nvPr>
        </p:nvSpPr>
        <p:spPr>
          <a:xfrm>
            <a:off x="114976" y="2591341"/>
            <a:ext cx="11969494" cy="3453076"/>
          </a:xfrm>
          <a:prstGeom prst="rect">
            <a:avLst/>
          </a:prstGeom>
          <a:noFill/>
          <a:ln>
            <a:noFill/>
          </a:ln>
        </p:spPr>
        <p:txBody>
          <a:bodyPr anchorCtr="0" anchor="t" bIns="45700" lIns="91425" spcFirstLastPara="1" rIns="91425" wrap="square" tIns="45700">
            <a:noAutofit/>
          </a:bodyPr>
          <a:lstStyle/>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Perceived performance tests</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Navigate between categories consecutively, quickly add/remove items from the cart, and observe whether excessive requests cause the site to slow down or show visual glitches.</a:t>
            </a:r>
            <a:endParaRPr b="0" i="0" sz="16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Invalid data entry in registration forms</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Fill fields such as email, password, or phone number with invalid formats (e.g., email without “@”, very short password, phone with letters) to test front-end validation and clarity of error messages.</a:t>
            </a:r>
            <a:endParaRPr b="0" i="0" sz="1600" u="none" cap="none" strike="noStrike">
              <a:solidFill>
                <a:schemeClr val="lt1"/>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Logging and traceability of actions</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Although logging is the tester’s responsibility, here it means recording each step: timestamp, click sequence, and displayed screens, to enable bug traceability and efficient communication.</a:t>
            </a:r>
            <a:endParaRPr b="0" i="0" sz="16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1" i="0" sz="14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0" i="0" sz="14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9"/>
          <p:cNvSpPr txBox="1"/>
          <p:nvPr>
            <p:ph type="title"/>
          </p:nvPr>
        </p:nvSpPr>
        <p:spPr>
          <a:xfrm>
            <a:off x="603504" y="1463040"/>
            <a:ext cx="10515600" cy="575321"/>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lt1"/>
              </a:buClr>
              <a:buSzPts val="4000"/>
              <a:buFont typeface="Arial"/>
              <a:buNone/>
            </a:pPr>
            <a:r>
              <a:rPr b="1" i="0" lang="pt-BR" sz="4000" u="none" cap="none" strike="noStrike">
                <a:solidFill>
                  <a:schemeClr val="lt1"/>
                </a:solidFill>
                <a:latin typeface="Arial"/>
                <a:ea typeface="Arial"/>
                <a:cs typeface="Arial"/>
                <a:sym typeface="Arial"/>
              </a:rPr>
              <a:t>SECOND LIST GENERATED BY CHATGPT</a:t>
            </a:r>
            <a:endParaRPr b="0" i="0" sz="5000" u="none" cap="none" strike="noStrike">
              <a:solidFill>
                <a:schemeClr val="lt1"/>
              </a:solidFill>
              <a:latin typeface="Arial"/>
              <a:ea typeface="Arial"/>
              <a:cs typeface="Arial"/>
              <a:sym typeface="Arial"/>
            </a:endParaRPr>
          </a:p>
        </p:txBody>
      </p:sp>
      <p:sp>
        <p:nvSpPr>
          <p:cNvPr id="267" name="Google Shape;267;p29"/>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68" name="Google Shape;268;p29"/>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
        <p:nvSpPr>
          <p:cNvPr id="269" name="Google Shape;269;p29"/>
          <p:cNvSpPr txBox="1"/>
          <p:nvPr>
            <p:ph idx="3" type="body"/>
          </p:nvPr>
        </p:nvSpPr>
        <p:spPr>
          <a:xfrm>
            <a:off x="114976" y="2591341"/>
            <a:ext cx="11969494" cy="3453076"/>
          </a:xfrm>
          <a:prstGeom prst="rect">
            <a:avLst/>
          </a:prstGeom>
          <a:noFill/>
          <a:ln>
            <a:noFill/>
          </a:ln>
        </p:spPr>
        <p:txBody>
          <a:bodyPr anchorCtr="0" anchor="t" bIns="45700" lIns="91425" spcFirstLastPara="1" rIns="91425" wrap="square" tIns="45700">
            <a:noAutofit/>
          </a:bodyPr>
          <a:lstStyle/>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Exploring mobile vs. desktop flow</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Change resolution/responsiveness (using developer tools) and observe behavior in mobile view — menus, carousels, “Sign in” buttons, and search should function correctly across screen sizes.</a:t>
            </a:r>
            <a:endParaRPr b="0" i="0" sz="1600" u="none" cap="none" strike="noStrike">
              <a:solidFill>
                <a:srgbClr val="000000"/>
              </a:solidFill>
              <a:latin typeface="Arial"/>
              <a:ea typeface="Arial"/>
              <a:cs typeface="Arial"/>
              <a:sym typeface="Arial"/>
            </a:endParaRPr>
          </a:p>
          <a:p>
            <a:pPr indent="-283210" lvl="0" marL="283210" marR="0" rtl="0" algn="l">
              <a:lnSpc>
                <a:spcPct val="150000"/>
              </a:lnSpc>
              <a:spcBef>
                <a:spcPts val="0"/>
              </a:spcBef>
              <a:spcAft>
                <a:spcPts val="0"/>
              </a:spcAft>
              <a:buClr>
                <a:schemeClr val="lt1"/>
              </a:buClr>
              <a:buSzPts val="1600"/>
              <a:buFont typeface="Arial"/>
              <a:buChar char="•"/>
            </a:pPr>
            <a:r>
              <a:rPr b="1" i="0" lang="pt-BR" sz="1600" u="none" cap="none" strike="noStrike">
                <a:solidFill>
                  <a:schemeClr val="lt1"/>
                </a:solidFill>
                <a:latin typeface="Arial"/>
                <a:ea typeface="Arial"/>
                <a:cs typeface="Arial"/>
                <a:sym typeface="Arial"/>
              </a:rPr>
              <a:t>Specific charters: searching for a non-existent product</a:t>
            </a:r>
            <a:br>
              <a:rPr b="1" i="0" lang="pt-BR" sz="1600" u="none" cap="none" strike="noStrike">
                <a:solidFill>
                  <a:schemeClr val="lt1"/>
                </a:solidFill>
                <a:latin typeface="Arial"/>
                <a:ea typeface="Arial"/>
                <a:cs typeface="Arial"/>
                <a:sym typeface="Arial"/>
              </a:rPr>
            </a:br>
            <a:r>
              <a:rPr b="1" i="0" lang="pt-BR" sz="1600" u="none" cap="none" strike="noStrike">
                <a:solidFill>
                  <a:schemeClr val="lt1"/>
                </a:solidFill>
                <a:latin typeface="Arial"/>
                <a:ea typeface="Arial"/>
                <a:cs typeface="Arial"/>
                <a:sym typeface="Arial"/>
              </a:rPr>
              <a:t> For example, search for “xyzabc123” or another non-existent product and observe the response: is a “not found” message displayed? Are suggestions shown? Or does it trigger a technical error?</a:t>
            </a:r>
            <a:endParaRPr b="0" i="0" sz="1600" u="none" cap="none" strike="noStrike">
              <a:solidFill>
                <a:srgbClr val="000000"/>
              </a:solidFill>
              <a:latin typeface="Arial"/>
              <a:ea typeface="Arial"/>
              <a:cs typeface="Arial"/>
              <a:sym typeface="Arial"/>
            </a:endParaRPr>
          </a:p>
          <a:p>
            <a:pPr indent="-200659" lvl="0" marL="283210" marR="0" rtl="0" algn="l">
              <a:lnSpc>
                <a:spcPct val="150000"/>
              </a:lnSpc>
              <a:spcBef>
                <a:spcPts val="0"/>
              </a:spcBef>
              <a:spcAft>
                <a:spcPts val="0"/>
              </a:spcAft>
              <a:buClr>
                <a:schemeClr val="lt1"/>
              </a:buClr>
              <a:buSzPts val="1300"/>
              <a:buFont typeface="Arial"/>
              <a:buNone/>
            </a:pPr>
            <a:r>
              <a:t/>
            </a:r>
            <a:endParaRPr b="0" i="0" sz="1300" u="none" cap="none" strike="noStrike">
              <a:solidFill>
                <a:srgbClr val="000000"/>
              </a:solidFill>
              <a:latin typeface="Arial"/>
              <a:ea typeface="Arial"/>
              <a:cs typeface="Arial"/>
              <a:sym typeface="Arial"/>
            </a:endParaRPr>
          </a:p>
          <a:p>
            <a:pPr indent="-181609" lvl="0" marL="283210" marR="0" rtl="0" algn="l">
              <a:lnSpc>
                <a:spcPct val="150000"/>
              </a:lnSpc>
              <a:spcBef>
                <a:spcPts val="0"/>
              </a:spcBef>
              <a:spcAft>
                <a:spcPts val="0"/>
              </a:spcAft>
              <a:buClr>
                <a:schemeClr val="lt1"/>
              </a:buClr>
              <a:buSzPts val="1600"/>
              <a:buFont typeface="Arial"/>
              <a:buNone/>
            </a:pPr>
            <a:r>
              <a:t/>
            </a:r>
            <a:endParaRPr b="1" i="0" sz="16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1" i="0" sz="14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0" i="0" sz="1400" u="none" cap="none" strike="noStrike">
              <a:solidFill>
                <a:schemeClr val="lt1"/>
              </a:solidFill>
              <a:latin typeface="Arial"/>
              <a:ea typeface="Arial"/>
              <a:cs typeface="Arial"/>
              <a:sym typeface="Arial"/>
            </a:endParaRPr>
          </a:p>
          <a:p>
            <a:pPr indent="-194309" lvl="0" marL="283210" marR="0" rtl="0" algn="l">
              <a:lnSpc>
                <a:spcPct val="150000"/>
              </a:lnSpc>
              <a:spcBef>
                <a:spcPts val="0"/>
              </a:spcBef>
              <a:spcAft>
                <a:spcPts val="0"/>
              </a:spcAft>
              <a:buClr>
                <a:schemeClr val="lt1"/>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0"/>
          <p:cNvSpPr txBox="1"/>
          <p:nvPr>
            <p:ph type="title"/>
          </p:nvPr>
        </p:nvSpPr>
        <p:spPr>
          <a:xfrm>
            <a:off x="2353760" y="1357532"/>
            <a:ext cx="7498080" cy="704088"/>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2"/>
              </a:buClr>
              <a:buSzPts val="5000"/>
              <a:buFont typeface="Arial"/>
              <a:buNone/>
            </a:pPr>
            <a:r>
              <a:rPr b="1" i="0" lang="pt-BR" sz="5000" u="none" cap="none" strike="noStrike">
                <a:solidFill>
                  <a:schemeClr val="dk2"/>
                </a:solidFill>
              </a:rPr>
              <a:t>BUGS FOUND</a:t>
            </a:r>
            <a:endParaRPr b="1"/>
          </a:p>
        </p:txBody>
      </p:sp>
      <p:sp>
        <p:nvSpPr>
          <p:cNvPr id="276" name="Google Shape;276;p30"/>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77" name="Google Shape;277;p30"/>
          <p:cNvSpPr txBox="1"/>
          <p:nvPr>
            <p:ph idx="1" type="body"/>
          </p:nvPr>
        </p:nvSpPr>
        <p:spPr>
          <a:xfrm>
            <a:off x="1853654" y="2573216"/>
            <a:ext cx="9763447" cy="121736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200"/>
              <a:buNone/>
            </a:pPr>
            <a:br>
              <a:rPr b="1" i="0" lang="pt-BR" sz="2200" u="none" cap="none" strike="noStrike">
                <a:solidFill>
                  <a:schemeClr val="dk2"/>
                </a:solidFill>
                <a:latin typeface="Arial"/>
                <a:ea typeface="Arial"/>
                <a:cs typeface="Arial"/>
                <a:sym typeface="Arial"/>
              </a:rPr>
            </a:br>
            <a:r>
              <a:rPr b="1" i="0" lang="pt-BR" sz="2100" u="none" cap="none" strike="noStrike">
                <a:solidFill>
                  <a:srgbClr val="1F1F1F"/>
                </a:solidFill>
                <a:latin typeface="Arial"/>
                <a:ea typeface="Arial"/>
                <a:cs typeface="Arial"/>
                <a:sym typeface="Arial"/>
              </a:rPr>
              <a:t>The search field accepts an excessive amount of text. A search was performed with 1,314 words, resulting in an unknown error screen.</a:t>
            </a:r>
            <a:endParaRPr b="1" i="0" sz="2200" u="none" cap="none" strike="noStrike">
              <a:solidFill>
                <a:schemeClr val="dk2"/>
              </a:solidFill>
              <a:latin typeface="Arial"/>
              <a:ea typeface="Arial"/>
              <a:cs typeface="Arial"/>
              <a:sym typeface="Arial"/>
            </a:endParaRPr>
          </a:p>
        </p:txBody>
      </p:sp>
      <p:sp>
        <p:nvSpPr>
          <p:cNvPr id="278" name="Google Shape;278;p30"/>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descr="Interface gráfica do usuário, Aplicativo, Word&#10;&#10;O conteúdo gerado por IA pode estar incorreto." id="279" name="Google Shape;279;p30"/>
          <p:cNvPicPr preferRelativeResize="0"/>
          <p:nvPr/>
        </p:nvPicPr>
        <p:blipFill rotWithShape="1">
          <a:blip r:embed="rId3">
            <a:alphaModFix/>
          </a:blip>
          <a:srcRect b="0" l="0" r="0" t="0"/>
          <a:stretch/>
        </p:blipFill>
        <p:spPr>
          <a:xfrm>
            <a:off x="3083169" y="3775122"/>
            <a:ext cx="6025662" cy="271917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1"/>
          <p:cNvSpPr txBox="1"/>
          <p:nvPr>
            <p:ph type="title"/>
          </p:nvPr>
        </p:nvSpPr>
        <p:spPr>
          <a:xfrm>
            <a:off x="2353760" y="1357532"/>
            <a:ext cx="7498080" cy="704088"/>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2"/>
              </a:buClr>
              <a:buSzPts val="5000"/>
              <a:buFont typeface="Arial"/>
              <a:buNone/>
            </a:pPr>
            <a:r>
              <a:rPr b="1" i="0" lang="pt-BR" sz="5000" u="none" cap="none" strike="noStrike">
                <a:solidFill>
                  <a:schemeClr val="dk2"/>
                </a:solidFill>
              </a:rPr>
              <a:t>BUGS FOUND</a:t>
            </a:r>
            <a:endParaRPr b="1"/>
          </a:p>
        </p:txBody>
      </p:sp>
      <p:sp>
        <p:nvSpPr>
          <p:cNvPr id="286" name="Google Shape;286;p31"/>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87" name="Google Shape;287;p31"/>
          <p:cNvSpPr txBox="1"/>
          <p:nvPr>
            <p:ph idx="1" type="body"/>
          </p:nvPr>
        </p:nvSpPr>
        <p:spPr>
          <a:xfrm>
            <a:off x="1853654" y="2573216"/>
            <a:ext cx="9763447" cy="121736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200"/>
              <a:buNone/>
            </a:pPr>
            <a:br>
              <a:rPr b="1" i="0" lang="pt-BR" sz="2200" u="none" cap="none" strike="noStrike">
                <a:solidFill>
                  <a:schemeClr val="dk2"/>
                </a:solidFill>
                <a:latin typeface="Arial"/>
                <a:ea typeface="Arial"/>
                <a:cs typeface="Arial"/>
                <a:sym typeface="Arial"/>
              </a:rPr>
            </a:br>
            <a:r>
              <a:rPr b="1" i="0" lang="pt-BR" sz="2100" u="none" cap="none" strike="noStrike">
                <a:solidFill>
                  <a:srgbClr val="1F1F1F"/>
                </a:solidFill>
                <a:latin typeface="Arial"/>
                <a:ea typeface="Arial"/>
                <a:cs typeface="Arial"/>
                <a:sym typeface="Arial"/>
              </a:rPr>
              <a:t>Within the Utensils category in the menu bar there is an option for stuffed meats</a:t>
            </a:r>
            <a:endParaRPr b="1" i="0" sz="2200" u="none" cap="none" strike="noStrike">
              <a:solidFill>
                <a:schemeClr val="dk2"/>
              </a:solidFill>
              <a:latin typeface="Arial"/>
              <a:ea typeface="Arial"/>
              <a:cs typeface="Arial"/>
              <a:sym typeface="Arial"/>
            </a:endParaRPr>
          </a:p>
        </p:txBody>
      </p:sp>
      <p:sp>
        <p:nvSpPr>
          <p:cNvPr id="288" name="Google Shape;288;p31"/>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descr="Interface gráfica do usuário, Texto, Aplicativo, Email&#10;&#10;O conteúdo gerado por IA pode estar incorreto." id="289" name="Google Shape;289;p31"/>
          <p:cNvPicPr preferRelativeResize="0"/>
          <p:nvPr/>
        </p:nvPicPr>
        <p:blipFill rotWithShape="1">
          <a:blip r:embed="rId3">
            <a:alphaModFix/>
          </a:blip>
          <a:srcRect b="0" l="0" r="0" t="0"/>
          <a:stretch/>
        </p:blipFill>
        <p:spPr>
          <a:xfrm>
            <a:off x="3163746" y="3790701"/>
            <a:ext cx="5874152" cy="28743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ph type="title"/>
          </p:nvPr>
        </p:nvSpPr>
        <p:spPr>
          <a:xfrm>
            <a:off x="2353760" y="1357532"/>
            <a:ext cx="7498080" cy="704088"/>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2"/>
              </a:buClr>
              <a:buSzPts val="5000"/>
              <a:buFont typeface="Arial"/>
              <a:buNone/>
            </a:pPr>
            <a:r>
              <a:rPr b="1" lang="pt-BR"/>
              <a:t>BUGS FOUND</a:t>
            </a:r>
            <a:endParaRPr/>
          </a:p>
        </p:txBody>
      </p:sp>
      <p:sp>
        <p:nvSpPr>
          <p:cNvPr id="296" name="Google Shape;296;p32"/>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297" name="Google Shape;297;p32"/>
          <p:cNvSpPr txBox="1"/>
          <p:nvPr>
            <p:ph idx="1" type="body"/>
          </p:nvPr>
        </p:nvSpPr>
        <p:spPr>
          <a:xfrm>
            <a:off x="1853654" y="2573216"/>
            <a:ext cx="9763447" cy="121736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200"/>
              <a:buNone/>
            </a:pPr>
            <a:br>
              <a:rPr b="1" i="0" lang="pt-BR" sz="2200" u="none" cap="none" strike="noStrike">
                <a:solidFill>
                  <a:schemeClr val="dk2"/>
                </a:solidFill>
                <a:latin typeface="Arial"/>
                <a:ea typeface="Arial"/>
                <a:cs typeface="Arial"/>
                <a:sym typeface="Arial"/>
              </a:rPr>
            </a:br>
            <a:r>
              <a:rPr b="1" i="0" lang="pt-BR" sz="2100" u="none" cap="none" strike="noStrike">
                <a:solidFill>
                  <a:srgbClr val="1F1F1F"/>
                </a:solidFill>
                <a:latin typeface="Arial"/>
                <a:ea typeface="Arial"/>
                <a:cs typeface="Arial"/>
                <a:sym typeface="Arial"/>
              </a:rPr>
              <a:t>If the cart has one item and you try to add one more with the quantity 0, it informs that it was inserted but does not update the quantity in the cart.</a:t>
            </a:r>
            <a:endParaRPr b="1" i="0" sz="2200" u="none" cap="none" strike="noStrike">
              <a:solidFill>
                <a:schemeClr val="dk2"/>
              </a:solidFill>
              <a:latin typeface="Arial"/>
              <a:ea typeface="Arial"/>
              <a:cs typeface="Arial"/>
              <a:sym typeface="Arial"/>
            </a:endParaRPr>
          </a:p>
        </p:txBody>
      </p:sp>
      <p:sp>
        <p:nvSpPr>
          <p:cNvPr id="298" name="Google Shape;298;p32"/>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descr="Interface gráfica do usuário, Site&#10;&#10;O conteúdo gerado por IA pode estar incorreto." id="299" name="Google Shape;299;p32"/>
          <p:cNvPicPr preferRelativeResize="0"/>
          <p:nvPr/>
        </p:nvPicPr>
        <p:blipFill rotWithShape="1">
          <a:blip r:embed="rId3">
            <a:alphaModFix/>
          </a:blip>
          <a:srcRect b="0" l="0" r="0" t="0"/>
          <a:stretch/>
        </p:blipFill>
        <p:spPr>
          <a:xfrm>
            <a:off x="3347013" y="3792024"/>
            <a:ext cx="5517267" cy="28717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3"/>
          <p:cNvSpPr txBox="1"/>
          <p:nvPr>
            <p:ph type="title"/>
          </p:nvPr>
        </p:nvSpPr>
        <p:spPr>
          <a:xfrm>
            <a:off x="2353760" y="1357532"/>
            <a:ext cx="7498080" cy="704088"/>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2"/>
              </a:buClr>
              <a:buSzPts val="5000"/>
              <a:buFont typeface="Arial"/>
              <a:buNone/>
            </a:pPr>
            <a:r>
              <a:rPr b="1" lang="pt-BR"/>
              <a:t>BUGS FOUND</a:t>
            </a:r>
            <a:endParaRPr/>
          </a:p>
        </p:txBody>
      </p:sp>
      <p:sp>
        <p:nvSpPr>
          <p:cNvPr id="306" name="Google Shape;306;p33"/>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07" name="Google Shape;307;p33"/>
          <p:cNvSpPr txBox="1"/>
          <p:nvPr>
            <p:ph idx="1" type="body"/>
          </p:nvPr>
        </p:nvSpPr>
        <p:spPr>
          <a:xfrm>
            <a:off x="1853654" y="2573216"/>
            <a:ext cx="9763447" cy="121736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200"/>
              <a:buNone/>
            </a:pPr>
            <a:br>
              <a:rPr b="1" i="0" lang="pt-BR" sz="2200" u="none" cap="none" strike="noStrike">
                <a:solidFill>
                  <a:schemeClr val="dk2"/>
                </a:solidFill>
                <a:latin typeface="Arial"/>
                <a:ea typeface="Arial"/>
                <a:cs typeface="Arial"/>
                <a:sym typeface="Arial"/>
              </a:rPr>
            </a:br>
            <a:r>
              <a:rPr b="1" i="0" lang="pt-BR" sz="2100" u="none" cap="none" strike="noStrike">
                <a:solidFill>
                  <a:srgbClr val="1F1F1F"/>
                </a:solidFill>
                <a:latin typeface="Arial"/>
                <a:ea typeface="Arial"/>
                <a:cs typeface="Arial"/>
                <a:sym typeface="Arial"/>
              </a:rPr>
              <a:t>When trying to put 0 of a product in the empty cart, the execution goes into infinite processing.</a:t>
            </a:r>
            <a:endParaRPr b="1" i="0" sz="2200" u="none" cap="none" strike="noStrike">
              <a:solidFill>
                <a:schemeClr val="dk2"/>
              </a:solidFill>
              <a:latin typeface="Arial"/>
              <a:ea typeface="Arial"/>
              <a:cs typeface="Arial"/>
              <a:sym typeface="Arial"/>
            </a:endParaRPr>
          </a:p>
        </p:txBody>
      </p:sp>
      <p:sp>
        <p:nvSpPr>
          <p:cNvPr id="308" name="Google Shape;308;p33"/>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descr="Interface gráfica do usuário&#10;&#10;O conteúdo gerado por IA pode estar incorreto." id="309" name="Google Shape;309;p33"/>
          <p:cNvPicPr preferRelativeResize="0"/>
          <p:nvPr/>
        </p:nvPicPr>
        <p:blipFill rotWithShape="1">
          <a:blip r:embed="rId3">
            <a:alphaModFix/>
          </a:blip>
          <a:srcRect b="0" l="0" r="0" t="0"/>
          <a:stretch/>
        </p:blipFill>
        <p:spPr>
          <a:xfrm>
            <a:off x="3075742" y="3721777"/>
            <a:ext cx="5864507" cy="289164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4"/>
          <p:cNvSpPr txBox="1"/>
          <p:nvPr>
            <p:ph type="title"/>
          </p:nvPr>
        </p:nvSpPr>
        <p:spPr>
          <a:xfrm>
            <a:off x="2353760" y="1357532"/>
            <a:ext cx="7498080" cy="704088"/>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2"/>
              </a:buClr>
              <a:buSzPts val="5000"/>
              <a:buFont typeface="Arial"/>
              <a:buNone/>
            </a:pPr>
            <a:r>
              <a:rPr b="1" lang="pt-BR"/>
              <a:t>BUGS FOUND</a:t>
            </a:r>
            <a:endParaRPr/>
          </a:p>
        </p:txBody>
      </p:sp>
      <p:sp>
        <p:nvSpPr>
          <p:cNvPr id="316" name="Google Shape;316;p34"/>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17" name="Google Shape;317;p34"/>
          <p:cNvSpPr txBox="1"/>
          <p:nvPr>
            <p:ph idx="1" type="body"/>
          </p:nvPr>
        </p:nvSpPr>
        <p:spPr>
          <a:xfrm>
            <a:off x="2827857" y="2717900"/>
            <a:ext cx="6532182" cy="87012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200"/>
              <a:buNone/>
            </a:pPr>
            <a:br>
              <a:rPr b="1" i="0" lang="pt-BR" sz="2200" u="none" cap="none" strike="noStrike">
                <a:solidFill>
                  <a:schemeClr val="dk2"/>
                </a:solidFill>
                <a:latin typeface="Arial"/>
                <a:ea typeface="Arial"/>
                <a:cs typeface="Arial"/>
                <a:sym typeface="Arial"/>
              </a:rPr>
            </a:br>
            <a:r>
              <a:rPr b="1" i="0" lang="pt-BR" sz="2100" u="none" cap="none" strike="noStrike">
                <a:solidFill>
                  <a:srgbClr val="1F1F1F"/>
                </a:solidFill>
                <a:latin typeface="Arial"/>
                <a:ea typeface="Arial"/>
                <a:cs typeface="Arial"/>
                <a:sym typeface="Arial"/>
              </a:rPr>
              <a:t>Allows you to add 1 million items to your cart.</a:t>
            </a:r>
            <a:endParaRPr b="1" i="0" sz="2200" u="none" cap="none" strike="noStrike">
              <a:solidFill>
                <a:schemeClr val="dk2"/>
              </a:solidFill>
              <a:latin typeface="Arial"/>
              <a:ea typeface="Arial"/>
              <a:cs typeface="Arial"/>
              <a:sym typeface="Arial"/>
            </a:endParaRPr>
          </a:p>
        </p:txBody>
      </p:sp>
      <p:sp>
        <p:nvSpPr>
          <p:cNvPr id="318" name="Google Shape;318;p34"/>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descr="Interface gráfica do usuário&#10;&#10;O conteúdo gerado por IA pode estar incorreto." id="319" name="Google Shape;319;p34"/>
          <p:cNvPicPr preferRelativeResize="0"/>
          <p:nvPr/>
        </p:nvPicPr>
        <p:blipFill rotWithShape="1">
          <a:blip r:embed="rId3">
            <a:alphaModFix/>
          </a:blip>
          <a:srcRect b="0" l="0" r="0" t="0"/>
          <a:stretch/>
        </p:blipFill>
        <p:spPr>
          <a:xfrm>
            <a:off x="3366304" y="3785177"/>
            <a:ext cx="5469038" cy="256713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5"/>
          <p:cNvSpPr txBox="1"/>
          <p:nvPr>
            <p:ph type="title"/>
          </p:nvPr>
        </p:nvSpPr>
        <p:spPr>
          <a:xfrm>
            <a:off x="2353760" y="1357532"/>
            <a:ext cx="7498080" cy="704088"/>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2"/>
              </a:buClr>
              <a:buSzPts val="5000"/>
              <a:buFont typeface="Arial"/>
              <a:buNone/>
            </a:pPr>
            <a:r>
              <a:rPr b="1" lang="pt-BR"/>
              <a:t>BUGS FOUND</a:t>
            </a:r>
            <a:endParaRPr/>
          </a:p>
        </p:txBody>
      </p:sp>
      <p:sp>
        <p:nvSpPr>
          <p:cNvPr id="326" name="Google Shape;326;p35"/>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27" name="Google Shape;327;p35"/>
          <p:cNvSpPr txBox="1"/>
          <p:nvPr>
            <p:ph idx="1" type="body"/>
          </p:nvPr>
        </p:nvSpPr>
        <p:spPr>
          <a:xfrm>
            <a:off x="2519199" y="2563571"/>
            <a:ext cx="8962865" cy="10533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200"/>
              <a:buNone/>
            </a:pPr>
            <a:br>
              <a:rPr b="1" i="0" lang="pt-BR" sz="2200" u="none" cap="none" strike="noStrike">
                <a:solidFill>
                  <a:schemeClr val="dk2"/>
                </a:solidFill>
                <a:latin typeface="Arial"/>
                <a:ea typeface="Arial"/>
                <a:cs typeface="Arial"/>
                <a:sym typeface="Arial"/>
              </a:rPr>
            </a:br>
            <a:r>
              <a:rPr b="1" i="0" lang="pt-BR" sz="2100" u="none" cap="none" strike="noStrike">
                <a:solidFill>
                  <a:srgbClr val="1F1F1F"/>
                </a:solidFill>
                <a:latin typeface="Arial"/>
                <a:ea typeface="Arial"/>
                <a:cs typeface="Arial"/>
                <a:sym typeface="Arial"/>
              </a:rPr>
              <a:t>A product name with a wrong character “picanh@”, still returns the product list.</a:t>
            </a:r>
            <a:endParaRPr b="1" i="0" sz="2200" u="none" cap="none" strike="noStrike">
              <a:solidFill>
                <a:schemeClr val="dk2"/>
              </a:solidFill>
              <a:latin typeface="Arial"/>
              <a:ea typeface="Arial"/>
              <a:cs typeface="Arial"/>
              <a:sym typeface="Arial"/>
            </a:endParaRPr>
          </a:p>
        </p:txBody>
      </p:sp>
      <p:sp>
        <p:nvSpPr>
          <p:cNvPr id="328" name="Google Shape;328;p35"/>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descr="Interface gráfica do usuário, Site&#10;&#10;O conteúdo gerado por IA pode estar incorreto." id="329" name="Google Shape;329;p35"/>
          <p:cNvPicPr preferRelativeResize="0"/>
          <p:nvPr/>
        </p:nvPicPr>
        <p:blipFill rotWithShape="1">
          <a:blip r:embed="rId3">
            <a:alphaModFix/>
          </a:blip>
          <a:srcRect b="0" l="0" r="0" t="0"/>
          <a:stretch/>
        </p:blipFill>
        <p:spPr>
          <a:xfrm>
            <a:off x="3327722" y="3855946"/>
            <a:ext cx="5546203" cy="26956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txBox="1"/>
          <p:nvPr>
            <p:ph type="title"/>
          </p:nvPr>
        </p:nvSpPr>
        <p:spPr>
          <a:xfrm>
            <a:off x="2353760" y="1357532"/>
            <a:ext cx="7498080" cy="704088"/>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2"/>
              </a:buClr>
              <a:buSzPts val="5000"/>
              <a:buFont typeface="Arial"/>
              <a:buNone/>
            </a:pPr>
            <a:r>
              <a:rPr b="1" lang="pt-BR"/>
              <a:t>BUGS FOUND</a:t>
            </a:r>
            <a:endParaRPr/>
          </a:p>
        </p:txBody>
      </p:sp>
      <p:sp>
        <p:nvSpPr>
          <p:cNvPr id="336" name="Google Shape;336;p36"/>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37" name="Google Shape;337;p36"/>
          <p:cNvSpPr txBox="1"/>
          <p:nvPr>
            <p:ph idx="1" type="body"/>
          </p:nvPr>
        </p:nvSpPr>
        <p:spPr>
          <a:xfrm>
            <a:off x="2519199" y="2563571"/>
            <a:ext cx="8962865" cy="10533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2200"/>
              <a:buNone/>
            </a:pPr>
            <a:br>
              <a:rPr b="1" i="0" lang="pt-BR" sz="2200" u="none" cap="none" strike="noStrike">
                <a:solidFill>
                  <a:schemeClr val="dk2"/>
                </a:solidFill>
                <a:latin typeface="Arial"/>
                <a:ea typeface="Arial"/>
                <a:cs typeface="Arial"/>
                <a:sym typeface="Arial"/>
              </a:rPr>
            </a:br>
            <a:r>
              <a:rPr b="1" i="0" lang="pt-BR" sz="2100" u="none" cap="none" strike="noStrike">
                <a:solidFill>
                  <a:srgbClr val="1F1F1F"/>
                </a:solidFill>
                <a:latin typeface="Arial"/>
                <a:ea typeface="Arial"/>
                <a:cs typeface="Arial"/>
                <a:sym typeface="Arial"/>
              </a:rPr>
              <a:t>Filling in all fields of the contact form with invalid values ​​does not return any error.</a:t>
            </a:r>
            <a:endParaRPr b="1" i="0" sz="2200" u="none" cap="none" strike="noStrike">
              <a:solidFill>
                <a:schemeClr val="dk2"/>
              </a:solidFill>
              <a:latin typeface="Arial"/>
              <a:ea typeface="Arial"/>
              <a:cs typeface="Arial"/>
              <a:sym typeface="Arial"/>
            </a:endParaRPr>
          </a:p>
        </p:txBody>
      </p:sp>
      <p:sp>
        <p:nvSpPr>
          <p:cNvPr id="338" name="Google Shape;338;p36"/>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id="339" name="Google Shape;339;p36"/>
          <p:cNvPicPr preferRelativeResize="0"/>
          <p:nvPr/>
        </p:nvPicPr>
        <p:blipFill rotWithShape="1">
          <a:blip r:embed="rId3">
            <a:alphaModFix/>
          </a:blip>
          <a:srcRect b="0" l="0" r="0" t="0"/>
          <a:stretch/>
        </p:blipFill>
        <p:spPr>
          <a:xfrm>
            <a:off x="3404886" y="3858278"/>
            <a:ext cx="5382228" cy="253668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7"/>
          <p:cNvSpPr txBox="1"/>
          <p:nvPr>
            <p:ph type="title"/>
          </p:nvPr>
        </p:nvSpPr>
        <p:spPr>
          <a:xfrm>
            <a:off x="2353760" y="1357532"/>
            <a:ext cx="7498080" cy="704088"/>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2"/>
              </a:buClr>
              <a:buSzPts val="5000"/>
              <a:buFont typeface="Arial"/>
              <a:buNone/>
            </a:pPr>
            <a:r>
              <a:rPr b="1" lang="pt-BR"/>
              <a:t>BUGS FOUND</a:t>
            </a:r>
            <a:endParaRPr/>
          </a:p>
        </p:txBody>
      </p:sp>
      <p:sp>
        <p:nvSpPr>
          <p:cNvPr id="346" name="Google Shape;346;p37"/>
          <p:cNvSpPr txBox="1"/>
          <p:nvPr>
            <p:ph idx="11" type="ftr"/>
          </p:nvPr>
        </p:nvSpPr>
        <p:spPr>
          <a:xfrm>
            <a:off x="411480" y="301752"/>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47" name="Google Shape;347;p37"/>
          <p:cNvSpPr txBox="1"/>
          <p:nvPr>
            <p:ph idx="1" type="body"/>
          </p:nvPr>
        </p:nvSpPr>
        <p:spPr>
          <a:xfrm>
            <a:off x="782997" y="2457470"/>
            <a:ext cx="10650839" cy="105339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600"/>
              <a:buNone/>
            </a:pPr>
            <a:br>
              <a:rPr b="1" i="0" lang="pt-BR" sz="1600" u="none" cap="none" strike="noStrike">
                <a:solidFill>
                  <a:schemeClr val="dk2"/>
                </a:solidFill>
                <a:latin typeface="Arial"/>
                <a:ea typeface="Arial"/>
                <a:cs typeface="Arial"/>
                <a:sym typeface="Arial"/>
              </a:rPr>
            </a:br>
            <a:r>
              <a:rPr b="1" i="0" lang="pt-BR" sz="1600" u="none" cap="none" strike="noStrike">
                <a:solidFill>
                  <a:schemeClr val="dk2"/>
                </a:solidFill>
                <a:latin typeface="Arial"/>
                <a:ea typeface="Arial"/>
                <a:cs typeface="Arial"/>
                <a:sym typeface="Arial"/>
              </a:rPr>
              <a:t>The button "Pergunte pelo WhatsApp" on the homepage leads to WhatsApp Web, but it doesn't open in a new tab or window, it opens in the same tab as the website. I think this is bad because people generally want to continue viewing the site to ask questions about it.</a:t>
            </a:r>
            <a:endParaRPr/>
          </a:p>
        </p:txBody>
      </p:sp>
      <p:sp>
        <p:nvSpPr>
          <p:cNvPr id="348" name="Google Shape;348;p37"/>
          <p:cNvSpPr txBox="1"/>
          <p:nvPr>
            <p:ph idx="12" type="sldNum"/>
          </p:nvPr>
        </p:nvSpPr>
        <p:spPr>
          <a:xfrm>
            <a:off x="10122408" y="301752"/>
            <a:ext cx="1673352"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descr="Interface gráfica do usuário, Aplicativo&#10;&#10;O conteúdo gerado por IA pode estar incorreto." id="349" name="Google Shape;349;p37"/>
          <p:cNvPicPr preferRelativeResize="0"/>
          <p:nvPr/>
        </p:nvPicPr>
        <p:blipFill rotWithShape="1">
          <a:blip r:embed="rId3">
            <a:alphaModFix/>
          </a:blip>
          <a:srcRect b="0" l="0" r="0" t="0"/>
          <a:stretch/>
        </p:blipFill>
        <p:spPr>
          <a:xfrm>
            <a:off x="2324582" y="3614863"/>
            <a:ext cx="7562127" cy="3110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8"/>
          <p:cNvSpPr txBox="1"/>
          <p:nvPr>
            <p:ph type="title"/>
          </p:nvPr>
        </p:nvSpPr>
        <p:spPr>
          <a:xfrm>
            <a:off x="2353760" y="1357532"/>
            <a:ext cx="7498200" cy="7041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2"/>
              </a:buClr>
              <a:buSzPts val="5000"/>
              <a:buFont typeface="Arial"/>
              <a:buNone/>
            </a:pPr>
            <a:r>
              <a:rPr b="1" lang="pt-BR"/>
              <a:t>BUGS FOUND</a:t>
            </a:r>
            <a:endParaRPr/>
          </a:p>
        </p:txBody>
      </p:sp>
      <p:sp>
        <p:nvSpPr>
          <p:cNvPr id="356" name="Google Shape;356;p38"/>
          <p:cNvSpPr txBox="1"/>
          <p:nvPr>
            <p:ph idx="11" type="ftr"/>
          </p:nvPr>
        </p:nvSpPr>
        <p:spPr>
          <a:xfrm>
            <a:off x="411480" y="301752"/>
            <a:ext cx="1828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57" name="Google Shape;357;p38"/>
          <p:cNvSpPr txBox="1"/>
          <p:nvPr>
            <p:ph idx="1" type="body"/>
          </p:nvPr>
        </p:nvSpPr>
        <p:spPr>
          <a:xfrm>
            <a:off x="2240275" y="2705100"/>
            <a:ext cx="9725100" cy="563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600"/>
              <a:buNone/>
            </a:pPr>
            <a:r>
              <a:rPr lang="pt-BR" sz="2100">
                <a:solidFill>
                  <a:schemeClr val="dk1"/>
                </a:solidFill>
              </a:rPr>
              <a:t>In “Filters” it’s not possible to select multiple products, only one at a time.</a:t>
            </a:r>
            <a:endParaRPr sz="2100">
              <a:solidFill>
                <a:schemeClr val="dk1"/>
              </a:solidFill>
            </a:endParaRPr>
          </a:p>
        </p:txBody>
      </p:sp>
      <p:sp>
        <p:nvSpPr>
          <p:cNvPr id="358" name="Google Shape;358;p38"/>
          <p:cNvSpPr txBox="1"/>
          <p:nvPr>
            <p:ph idx="12" type="sldNum"/>
          </p:nvPr>
        </p:nvSpPr>
        <p:spPr>
          <a:xfrm>
            <a:off x="10122408" y="301752"/>
            <a:ext cx="1673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pic>
        <p:nvPicPr>
          <p:cNvPr id="359" name="Google Shape;359;p38" title="Screenshot 2025-09-12 152502.png"/>
          <p:cNvPicPr preferRelativeResize="0"/>
          <p:nvPr/>
        </p:nvPicPr>
        <p:blipFill>
          <a:blip r:embed="rId3">
            <a:alphaModFix/>
          </a:blip>
          <a:stretch>
            <a:fillRect/>
          </a:stretch>
        </p:blipFill>
        <p:spPr>
          <a:xfrm>
            <a:off x="2763949" y="3425831"/>
            <a:ext cx="5749699" cy="29097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9"/>
          <p:cNvSpPr txBox="1"/>
          <p:nvPr>
            <p:ph type="title"/>
          </p:nvPr>
        </p:nvSpPr>
        <p:spPr>
          <a:xfrm>
            <a:off x="1388950" y="1357525"/>
            <a:ext cx="8733300" cy="7041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2"/>
              </a:buClr>
              <a:buSzPts val="5000"/>
              <a:buFont typeface="Arial"/>
              <a:buNone/>
            </a:pPr>
            <a:r>
              <a:rPr b="1" lang="pt-BR"/>
              <a:t>FINAL CONSIDERATIONS</a:t>
            </a:r>
            <a:endParaRPr b="1"/>
          </a:p>
          <a:p>
            <a:pPr indent="0" lvl="0" marL="0" marR="0" rtl="0" algn="ctr">
              <a:lnSpc>
                <a:spcPct val="80000"/>
              </a:lnSpc>
              <a:spcBef>
                <a:spcPts val="0"/>
              </a:spcBef>
              <a:spcAft>
                <a:spcPts val="0"/>
              </a:spcAft>
              <a:buClr>
                <a:schemeClr val="dk2"/>
              </a:buClr>
              <a:buSzPts val="5000"/>
              <a:buFont typeface="Arial"/>
              <a:buNone/>
            </a:pPr>
            <a:r>
              <a:t/>
            </a:r>
            <a:endParaRPr/>
          </a:p>
        </p:txBody>
      </p:sp>
      <p:sp>
        <p:nvSpPr>
          <p:cNvPr id="366" name="Google Shape;366;p39"/>
          <p:cNvSpPr txBox="1"/>
          <p:nvPr>
            <p:ph idx="11" type="ftr"/>
          </p:nvPr>
        </p:nvSpPr>
        <p:spPr>
          <a:xfrm>
            <a:off x="411480" y="301752"/>
            <a:ext cx="1828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67" name="Google Shape;367;p39"/>
          <p:cNvSpPr txBox="1"/>
          <p:nvPr>
            <p:ph idx="1" type="body"/>
          </p:nvPr>
        </p:nvSpPr>
        <p:spPr>
          <a:xfrm>
            <a:off x="855300" y="2705100"/>
            <a:ext cx="9572700" cy="50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600"/>
              <a:buNone/>
            </a:pPr>
            <a:br>
              <a:rPr lang="pt-BR" sz="2500"/>
            </a:br>
            <a:r>
              <a:rPr lang="pt-BR" sz="2500"/>
              <a:t>This project helped us understand how Generative AI can be used to test real online systems in a practical way. By following testing principles from James Bach, we focused on finding real problems that users could face.</a:t>
            </a:r>
            <a:endParaRPr sz="2500"/>
          </a:p>
          <a:p>
            <a:pPr indent="0" lvl="0" marL="0" rtl="0" algn="l">
              <a:lnSpc>
                <a:spcPct val="100000"/>
              </a:lnSpc>
              <a:spcBef>
                <a:spcPts val="0"/>
              </a:spcBef>
              <a:spcAft>
                <a:spcPts val="0"/>
              </a:spcAft>
              <a:buClr>
                <a:schemeClr val="dk2"/>
              </a:buClr>
              <a:buSzPts val="1600"/>
              <a:buNone/>
            </a:pPr>
            <a:r>
              <a:t/>
            </a:r>
            <a:endParaRPr sz="2500"/>
          </a:p>
          <a:p>
            <a:pPr indent="0" lvl="0" marL="0" rtl="0" algn="l">
              <a:lnSpc>
                <a:spcPct val="100000"/>
              </a:lnSpc>
              <a:spcBef>
                <a:spcPts val="0"/>
              </a:spcBef>
              <a:spcAft>
                <a:spcPts val="0"/>
              </a:spcAft>
              <a:buClr>
                <a:schemeClr val="dk2"/>
              </a:buClr>
              <a:buSzPts val="1600"/>
              <a:buNone/>
            </a:pPr>
            <a:r>
              <a:rPr lang="pt-BR" sz="2500"/>
              <a:t>Through structured tests, we identified several bugs and the product risks related to them. These issues could affect user experience, system performance, and business operations.</a:t>
            </a:r>
            <a:endParaRPr/>
          </a:p>
        </p:txBody>
      </p:sp>
      <p:sp>
        <p:nvSpPr>
          <p:cNvPr id="368" name="Google Shape;368;p39"/>
          <p:cNvSpPr txBox="1"/>
          <p:nvPr>
            <p:ph idx="12" type="sldNum"/>
          </p:nvPr>
        </p:nvSpPr>
        <p:spPr>
          <a:xfrm>
            <a:off x="10122408" y="301752"/>
            <a:ext cx="1673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0"/>
          <p:cNvSpPr txBox="1"/>
          <p:nvPr>
            <p:ph type="title"/>
          </p:nvPr>
        </p:nvSpPr>
        <p:spPr>
          <a:xfrm>
            <a:off x="1388950" y="1357525"/>
            <a:ext cx="8733300" cy="7041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2"/>
              </a:buClr>
              <a:buSzPts val="5000"/>
              <a:buFont typeface="Arial"/>
              <a:buNone/>
            </a:pPr>
            <a:r>
              <a:rPr b="1" lang="pt-BR"/>
              <a:t>FINAL CONSIDERATIONS</a:t>
            </a:r>
            <a:endParaRPr b="1"/>
          </a:p>
          <a:p>
            <a:pPr indent="0" lvl="0" marL="0" marR="0" rtl="0" algn="ctr">
              <a:lnSpc>
                <a:spcPct val="80000"/>
              </a:lnSpc>
              <a:spcBef>
                <a:spcPts val="0"/>
              </a:spcBef>
              <a:spcAft>
                <a:spcPts val="0"/>
              </a:spcAft>
              <a:buClr>
                <a:schemeClr val="dk2"/>
              </a:buClr>
              <a:buSzPts val="5000"/>
              <a:buFont typeface="Arial"/>
              <a:buNone/>
            </a:pPr>
            <a:r>
              <a:t/>
            </a:r>
            <a:endParaRPr/>
          </a:p>
        </p:txBody>
      </p:sp>
      <p:sp>
        <p:nvSpPr>
          <p:cNvPr id="375" name="Google Shape;375;p40"/>
          <p:cNvSpPr txBox="1"/>
          <p:nvPr>
            <p:ph idx="11" type="ftr"/>
          </p:nvPr>
        </p:nvSpPr>
        <p:spPr>
          <a:xfrm>
            <a:off x="411480" y="301752"/>
            <a:ext cx="1828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76" name="Google Shape;376;p40"/>
          <p:cNvSpPr txBox="1"/>
          <p:nvPr>
            <p:ph idx="1" type="body"/>
          </p:nvPr>
        </p:nvSpPr>
        <p:spPr>
          <a:xfrm>
            <a:off x="855300" y="2705100"/>
            <a:ext cx="9572700" cy="50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600"/>
              <a:buNone/>
            </a:pPr>
            <a:br>
              <a:rPr lang="pt-BR" sz="2500"/>
            </a:br>
            <a:r>
              <a:rPr lang="pt-BR" sz="2500"/>
              <a:t>Based on real tests performed, the following product risks were found:</a:t>
            </a:r>
            <a:endParaRPr sz="2500"/>
          </a:p>
          <a:p>
            <a:pPr indent="0" lvl="0" marL="0" rtl="0" algn="l">
              <a:lnSpc>
                <a:spcPct val="100000"/>
              </a:lnSpc>
              <a:spcBef>
                <a:spcPts val="0"/>
              </a:spcBef>
              <a:spcAft>
                <a:spcPts val="0"/>
              </a:spcAft>
              <a:buClr>
                <a:schemeClr val="dk2"/>
              </a:buClr>
              <a:buSzPts val="1600"/>
              <a:buNone/>
            </a:pPr>
            <a:r>
              <a:t/>
            </a:r>
            <a:endParaRPr sz="2500"/>
          </a:p>
          <a:p>
            <a:pPr indent="0" lvl="0" marL="0" rtl="0" algn="l">
              <a:lnSpc>
                <a:spcPct val="100000"/>
              </a:lnSpc>
              <a:spcBef>
                <a:spcPts val="0"/>
              </a:spcBef>
              <a:spcAft>
                <a:spcPts val="0"/>
              </a:spcAft>
              <a:buClr>
                <a:schemeClr val="dk2"/>
              </a:buClr>
              <a:buSzPts val="1600"/>
              <a:buNone/>
            </a:pPr>
            <a:r>
              <a:rPr lang="pt-BR" sz="2500"/>
              <a:t>1. System Crash Risk</a:t>
            </a:r>
            <a:endParaRPr sz="2500"/>
          </a:p>
          <a:p>
            <a:pPr indent="0" lvl="0" marL="0" rtl="0" algn="l">
              <a:lnSpc>
                <a:spcPct val="100000"/>
              </a:lnSpc>
              <a:spcBef>
                <a:spcPts val="0"/>
              </a:spcBef>
              <a:spcAft>
                <a:spcPts val="0"/>
              </a:spcAft>
              <a:buClr>
                <a:schemeClr val="dk2"/>
              </a:buClr>
              <a:buSzPts val="1600"/>
              <a:buNone/>
            </a:pPr>
            <a:r>
              <a:t/>
            </a:r>
            <a:endParaRPr sz="2500"/>
          </a:p>
          <a:p>
            <a:pPr indent="0" lvl="0" marL="0" rtl="0" algn="l">
              <a:lnSpc>
                <a:spcPct val="100000"/>
              </a:lnSpc>
              <a:spcBef>
                <a:spcPts val="0"/>
              </a:spcBef>
              <a:spcAft>
                <a:spcPts val="0"/>
              </a:spcAft>
              <a:buClr>
                <a:schemeClr val="dk2"/>
              </a:buClr>
              <a:buSzPts val="1600"/>
              <a:buNone/>
            </a:pPr>
            <a:r>
              <a:rPr lang="pt-BR" sz="2500"/>
              <a:t>Caused by: Search field accepting excessively long input (1,314 words).</a:t>
            </a:r>
            <a:endParaRPr sz="2500"/>
          </a:p>
          <a:p>
            <a:pPr indent="0" lvl="0" marL="0" rtl="0" algn="l">
              <a:lnSpc>
                <a:spcPct val="100000"/>
              </a:lnSpc>
              <a:spcBef>
                <a:spcPts val="0"/>
              </a:spcBef>
              <a:spcAft>
                <a:spcPts val="0"/>
              </a:spcAft>
              <a:buClr>
                <a:schemeClr val="dk2"/>
              </a:buClr>
              <a:buSzPts val="1600"/>
              <a:buNone/>
            </a:pPr>
            <a:r>
              <a:rPr lang="pt-BR" sz="2500"/>
              <a:t>Impact: Unknown error screen and possible backend failure.</a:t>
            </a:r>
            <a:endParaRPr sz="2500"/>
          </a:p>
          <a:p>
            <a:pPr indent="0" lvl="0" marL="0" rtl="0" algn="l">
              <a:lnSpc>
                <a:spcPct val="100000"/>
              </a:lnSpc>
              <a:spcBef>
                <a:spcPts val="0"/>
              </a:spcBef>
              <a:spcAft>
                <a:spcPts val="0"/>
              </a:spcAft>
              <a:buClr>
                <a:schemeClr val="dk2"/>
              </a:buClr>
              <a:buSzPts val="1600"/>
              <a:buNone/>
            </a:pPr>
            <a:r>
              <a:t/>
            </a:r>
            <a:endParaRPr sz="2500"/>
          </a:p>
        </p:txBody>
      </p:sp>
      <p:sp>
        <p:nvSpPr>
          <p:cNvPr id="377" name="Google Shape;377;p40"/>
          <p:cNvSpPr txBox="1"/>
          <p:nvPr>
            <p:ph idx="12" type="sldNum"/>
          </p:nvPr>
        </p:nvSpPr>
        <p:spPr>
          <a:xfrm>
            <a:off x="10122408" y="301752"/>
            <a:ext cx="1673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1"/>
          <p:cNvSpPr txBox="1"/>
          <p:nvPr>
            <p:ph type="title"/>
          </p:nvPr>
        </p:nvSpPr>
        <p:spPr>
          <a:xfrm>
            <a:off x="1388950" y="1357525"/>
            <a:ext cx="8733300" cy="7041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2"/>
              </a:buClr>
              <a:buSzPts val="5000"/>
              <a:buFont typeface="Arial"/>
              <a:buNone/>
            </a:pPr>
            <a:r>
              <a:rPr b="1" lang="pt-BR"/>
              <a:t>FINAL CONSIDERATIONS</a:t>
            </a:r>
            <a:endParaRPr b="1"/>
          </a:p>
          <a:p>
            <a:pPr indent="0" lvl="0" marL="0" marR="0" rtl="0" algn="ctr">
              <a:lnSpc>
                <a:spcPct val="80000"/>
              </a:lnSpc>
              <a:spcBef>
                <a:spcPts val="0"/>
              </a:spcBef>
              <a:spcAft>
                <a:spcPts val="0"/>
              </a:spcAft>
              <a:buClr>
                <a:schemeClr val="dk2"/>
              </a:buClr>
              <a:buSzPts val="5000"/>
              <a:buFont typeface="Arial"/>
              <a:buNone/>
            </a:pPr>
            <a:r>
              <a:t/>
            </a:r>
            <a:endParaRPr/>
          </a:p>
        </p:txBody>
      </p:sp>
      <p:sp>
        <p:nvSpPr>
          <p:cNvPr id="384" name="Google Shape;384;p41"/>
          <p:cNvSpPr txBox="1"/>
          <p:nvPr>
            <p:ph idx="11" type="ftr"/>
          </p:nvPr>
        </p:nvSpPr>
        <p:spPr>
          <a:xfrm>
            <a:off x="411480" y="301752"/>
            <a:ext cx="1828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85" name="Google Shape;385;p41"/>
          <p:cNvSpPr txBox="1"/>
          <p:nvPr>
            <p:ph idx="1" type="body"/>
          </p:nvPr>
        </p:nvSpPr>
        <p:spPr>
          <a:xfrm>
            <a:off x="855300" y="2705100"/>
            <a:ext cx="9572700" cy="50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600"/>
              <a:buNone/>
            </a:pPr>
            <a:r>
              <a:rPr lang="pt-BR"/>
              <a:t>2. Navigation Confusion</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Caused by: Wrong category ("Stuffed meats" under "Utensils").</a:t>
            </a:r>
            <a:endParaRPr/>
          </a:p>
          <a:p>
            <a:pPr indent="0" lvl="0" marL="0" rtl="0" algn="l">
              <a:lnSpc>
                <a:spcPct val="100000"/>
              </a:lnSpc>
              <a:spcBef>
                <a:spcPts val="0"/>
              </a:spcBef>
              <a:spcAft>
                <a:spcPts val="0"/>
              </a:spcAft>
              <a:buClr>
                <a:schemeClr val="dk2"/>
              </a:buClr>
              <a:buSzPts val="1600"/>
              <a:buNone/>
            </a:pPr>
            <a:r>
              <a:rPr lang="pt-BR"/>
              <a:t>Impact: Poor user experience and decreased product visibility.</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3. Cart Inconsistency</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Caused by: Adding 0 quantity updates cart incorrectly.</a:t>
            </a:r>
            <a:endParaRPr/>
          </a:p>
          <a:p>
            <a:pPr indent="0" lvl="0" marL="0" rtl="0" algn="l">
              <a:lnSpc>
                <a:spcPct val="100000"/>
              </a:lnSpc>
              <a:spcBef>
                <a:spcPts val="0"/>
              </a:spcBef>
              <a:spcAft>
                <a:spcPts val="0"/>
              </a:spcAft>
              <a:buClr>
                <a:schemeClr val="dk2"/>
              </a:buClr>
              <a:buSzPts val="1600"/>
              <a:buNone/>
            </a:pPr>
            <a:r>
              <a:rPr lang="pt-BR"/>
              <a:t>Impact: Incorrect orders and customer frustration.</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t/>
            </a:r>
            <a:endParaRPr/>
          </a:p>
        </p:txBody>
      </p:sp>
      <p:sp>
        <p:nvSpPr>
          <p:cNvPr id="386" name="Google Shape;386;p41"/>
          <p:cNvSpPr txBox="1"/>
          <p:nvPr>
            <p:ph idx="12" type="sldNum"/>
          </p:nvPr>
        </p:nvSpPr>
        <p:spPr>
          <a:xfrm>
            <a:off x="10122408" y="301752"/>
            <a:ext cx="1673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2"/>
          <p:cNvSpPr txBox="1"/>
          <p:nvPr>
            <p:ph type="title"/>
          </p:nvPr>
        </p:nvSpPr>
        <p:spPr>
          <a:xfrm>
            <a:off x="1388950" y="1357525"/>
            <a:ext cx="8733300" cy="7041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2"/>
              </a:buClr>
              <a:buSzPts val="5000"/>
              <a:buFont typeface="Arial"/>
              <a:buNone/>
            </a:pPr>
            <a:r>
              <a:rPr b="1" lang="pt-BR"/>
              <a:t>FINAL CONSIDERATIONS</a:t>
            </a:r>
            <a:endParaRPr b="1"/>
          </a:p>
          <a:p>
            <a:pPr indent="0" lvl="0" marL="0" marR="0" rtl="0" algn="ctr">
              <a:lnSpc>
                <a:spcPct val="80000"/>
              </a:lnSpc>
              <a:spcBef>
                <a:spcPts val="0"/>
              </a:spcBef>
              <a:spcAft>
                <a:spcPts val="0"/>
              </a:spcAft>
              <a:buClr>
                <a:schemeClr val="dk2"/>
              </a:buClr>
              <a:buSzPts val="5000"/>
              <a:buFont typeface="Arial"/>
              <a:buNone/>
            </a:pPr>
            <a:r>
              <a:t/>
            </a:r>
            <a:endParaRPr/>
          </a:p>
        </p:txBody>
      </p:sp>
      <p:sp>
        <p:nvSpPr>
          <p:cNvPr id="393" name="Google Shape;393;p42"/>
          <p:cNvSpPr txBox="1"/>
          <p:nvPr>
            <p:ph idx="11" type="ftr"/>
          </p:nvPr>
        </p:nvSpPr>
        <p:spPr>
          <a:xfrm>
            <a:off x="411480" y="301752"/>
            <a:ext cx="1828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394" name="Google Shape;394;p42"/>
          <p:cNvSpPr txBox="1"/>
          <p:nvPr>
            <p:ph idx="1" type="body"/>
          </p:nvPr>
        </p:nvSpPr>
        <p:spPr>
          <a:xfrm>
            <a:off x="855300" y="2705100"/>
            <a:ext cx="9572700" cy="50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600"/>
              <a:buNone/>
            </a:pPr>
            <a:r>
              <a:rPr lang="pt-BR"/>
              <a:t>4. Infinite Processing</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Caused by: Adding 0 quantity to empty cart.</a:t>
            </a:r>
            <a:endParaRPr/>
          </a:p>
          <a:p>
            <a:pPr indent="0" lvl="0" marL="0" rtl="0" algn="l">
              <a:lnSpc>
                <a:spcPct val="100000"/>
              </a:lnSpc>
              <a:spcBef>
                <a:spcPts val="0"/>
              </a:spcBef>
              <a:spcAft>
                <a:spcPts val="0"/>
              </a:spcAft>
              <a:buClr>
                <a:schemeClr val="dk2"/>
              </a:buClr>
              <a:buSzPts val="1600"/>
              <a:buNone/>
            </a:pPr>
            <a:r>
              <a:rPr lang="pt-BR"/>
              <a:t>Impact: Freezes system, leading to cart abandonment.</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5. Performance Overload</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Caused by: Allowing 1 million items in the cart.</a:t>
            </a:r>
            <a:endParaRPr/>
          </a:p>
          <a:p>
            <a:pPr indent="0" lvl="0" marL="0" rtl="0" algn="l">
              <a:lnSpc>
                <a:spcPct val="100000"/>
              </a:lnSpc>
              <a:spcBef>
                <a:spcPts val="0"/>
              </a:spcBef>
              <a:spcAft>
                <a:spcPts val="0"/>
              </a:spcAft>
              <a:buClr>
                <a:schemeClr val="dk2"/>
              </a:buClr>
              <a:buSzPts val="1600"/>
              <a:buNone/>
            </a:pPr>
            <a:r>
              <a:rPr lang="pt-BR"/>
              <a:t>Impact: Risk of crashing server and affecting all users.</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t/>
            </a:r>
            <a:endParaRPr/>
          </a:p>
        </p:txBody>
      </p:sp>
      <p:sp>
        <p:nvSpPr>
          <p:cNvPr id="395" name="Google Shape;395;p42"/>
          <p:cNvSpPr txBox="1"/>
          <p:nvPr>
            <p:ph idx="12" type="sldNum"/>
          </p:nvPr>
        </p:nvSpPr>
        <p:spPr>
          <a:xfrm>
            <a:off x="10122408" y="301752"/>
            <a:ext cx="1673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3"/>
          <p:cNvSpPr txBox="1"/>
          <p:nvPr>
            <p:ph type="title"/>
          </p:nvPr>
        </p:nvSpPr>
        <p:spPr>
          <a:xfrm>
            <a:off x="1388950" y="1357525"/>
            <a:ext cx="8733300" cy="7041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2"/>
              </a:buClr>
              <a:buSzPts val="5000"/>
              <a:buFont typeface="Arial"/>
              <a:buNone/>
            </a:pPr>
            <a:r>
              <a:rPr b="1" lang="pt-BR"/>
              <a:t>FINAL CONSIDERATIONS</a:t>
            </a:r>
            <a:endParaRPr b="1"/>
          </a:p>
          <a:p>
            <a:pPr indent="0" lvl="0" marL="0" marR="0" rtl="0" algn="ctr">
              <a:lnSpc>
                <a:spcPct val="80000"/>
              </a:lnSpc>
              <a:spcBef>
                <a:spcPts val="0"/>
              </a:spcBef>
              <a:spcAft>
                <a:spcPts val="0"/>
              </a:spcAft>
              <a:buClr>
                <a:schemeClr val="dk2"/>
              </a:buClr>
              <a:buSzPts val="5000"/>
              <a:buFont typeface="Arial"/>
              <a:buNone/>
            </a:pPr>
            <a:r>
              <a:t/>
            </a:r>
            <a:endParaRPr/>
          </a:p>
        </p:txBody>
      </p:sp>
      <p:sp>
        <p:nvSpPr>
          <p:cNvPr id="402" name="Google Shape;402;p43"/>
          <p:cNvSpPr txBox="1"/>
          <p:nvPr>
            <p:ph idx="11" type="ftr"/>
          </p:nvPr>
        </p:nvSpPr>
        <p:spPr>
          <a:xfrm>
            <a:off x="411480" y="301752"/>
            <a:ext cx="1828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403" name="Google Shape;403;p43"/>
          <p:cNvSpPr txBox="1"/>
          <p:nvPr>
            <p:ph idx="1" type="body"/>
          </p:nvPr>
        </p:nvSpPr>
        <p:spPr>
          <a:xfrm>
            <a:off x="855300" y="2705100"/>
            <a:ext cx="9572700" cy="50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600"/>
              <a:buNone/>
            </a:pPr>
            <a:r>
              <a:rPr lang="pt-BR"/>
              <a:t>6. Weak Input Validation</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Caused by: Search returns results for invalid characters (e.g., "picanh@").</a:t>
            </a:r>
            <a:endParaRPr/>
          </a:p>
          <a:p>
            <a:pPr indent="0" lvl="0" marL="0" rtl="0" algn="l">
              <a:lnSpc>
                <a:spcPct val="100000"/>
              </a:lnSpc>
              <a:spcBef>
                <a:spcPts val="0"/>
              </a:spcBef>
              <a:spcAft>
                <a:spcPts val="0"/>
              </a:spcAft>
              <a:buClr>
                <a:schemeClr val="dk2"/>
              </a:buClr>
              <a:buSzPts val="1600"/>
              <a:buNone/>
            </a:pPr>
            <a:r>
              <a:rPr lang="pt-BR"/>
              <a:t>Impact: Potential security vulnerabilities and irrelevant results.</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7. Data Quality Issues</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rPr lang="pt-BR"/>
              <a:t>Caused by: Contact form accepts invalid inputs without error.</a:t>
            </a:r>
            <a:endParaRPr/>
          </a:p>
          <a:p>
            <a:pPr indent="0" lvl="0" marL="0" rtl="0" algn="l">
              <a:lnSpc>
                <a:spcPct val="100000"/>
              </a:lnSpc>
              <a:spcBef>
                <a:spcPts val="0"/>
              </a:spcBef>
              <a:spcAft>
                <a:spcPts val="0"/>
              </a:spcAft>
              <a:buClr>
                <a:schemeClr val="dk2"/>
              </a:buClr>
              <a:buSzPts val="1600"/>
              <a:buNone/>
            </a:pPr>
            <a:r>
              <a:rPr lang="pt-BR"/>
              <a:t>Impact: Poor CRM data and missed customer support opportunities.</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t/>
            </a:r>
            <a:endParaRPr/>
          </a:p>
          <a:p>
            <a:pPr indent="0" lvl="0" marL="0" rtl="0" algn="l">
              <a:lnSpc>
                <a:spcPct val="100000"/>
              </a:lnSpc>
              <a:spcBef>
                <a:spcPts val="0"/>
              </a:spcBef>
              <a:spcAft>
                <a:spcPts val="0"/>
              </a:spcAft>
              <a:buClr>
                <a:schemeClr val="dk2"/>
              </a:buClr>
              <a:buSzPts val="1600"/>
              <a:buNone/>
            </a:pPr>
            <a:r>
              <a:t/>
            </a:r>
            <a:endParaRPr/>
          </a:p>
        </p:txBody>
      </p:sp>
      <p:sp>
        <p:nvSpPr>
          <p:cNvPr id="404" name="Google Shape;404;p43"/>
          <p:cNvSpPr txBox="1"/>
          <p:nvPr>
            <p:ph idx="12" type="sldNum"/>
          </p:nvPr>
        </p:nvSpPr>
        <p:spPr>
          <a:xfrm>
            <a:off x="10122408" y="301752"/>
            <a:ext cx="1673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4"/>
          <p:cNvSpPr txBox="1"/>
          <p:nvPr>
            <p:ph type="title"/>
          </p:nvPr>
        </p:nvSpPr>
        <p:spPr>
          <a:xfrm>
            <a:off x="2353760" y="1357532"/>
            <a:ext cx="7498200" cy="704100"/>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dk2"/>
              </a:buClr>
              <a:buSzPts val="5000"/>
              <a:buFont typeface="Arial"/>
              <a:buNone/>
            </a:pPr>
            <a:r>
              <a:rPr b="1" lang="pt-BR"/>
              <a:t>REFERENCES</a:t>
            </a:r>
            <a:endParaRPr b="1"/>
          </a:p>
        </p:txBody>
      </p:sp>
      <p:sp>
        <p:nvSpPr>
          <p:cNvPr id="411" name="Google Shape;411;p44"/>
          <p:cNvSpPr txBox="1"/>
          <p:nvPr>
            <p:ph idx="11" type="ftr"/>
          </p:nvPr>
        </p:nvSpPr>
        <p:spPr>
          <a:xfrm>
            <a:off x="411480" y="301752"/>
            <a:ext cx="1828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pt-BR"/>
              <a:t> </a:t>
            </a:r>
            <a:endParaRPr/>
          </a:p>
        </p:txBody>
      </p:sp>
      <p:sp>
        <p:nvSpPr>
          <p:cNvPr id="412" name="Google Shape;412;p44"/>
          <p:cNvSpPr txBox="1"/>
          <p:nvPr>
            <p:ph idx="1" type="body"/>
          </p:nvPr>
        </p:nvSpPr>
        <p:spPr>
          <a:xfrm>
            <a:off x="723897" y="3195370"/>
            <a:ext cx="10650900" cy="1053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0" lang="pt-BR" sz="1000">
                <a:solidFill>
                  <a:schemeClr val="dk1"/>
                </a:solidFill>
              </a:rPr>
              <a:t> </a:t>
            </a:r>
            <a:r>
              <a:rPr b="0" lang="pt-BR" sz="1600">
                <a:solidFill>
                  <a:schemeClr val="dk1"/>
                </a:solidFill>
              </a:rPr>
              <a:t>Instagram. (n.d.). </a:t>
            </a:r>
            <a:r>
              <a:rPr b="0" i="1" lang="pt-BR" sz="1600">
                <a:solidFill>
                  <a:schemeClr val="dk1"/>
                </a:solidFill>
              </a:rPr>
              <a:t>Instagram post CEl4k96pLnK</a:t>
            </a:r>
            <a:r>
              <a:rPr b="0" lang="pt-BR" sz="1600">
                <a:solidFill>
                  <a:schemeClr val="dk1"/>
                </a:solidFill>
              </a:rPr>
              <a:t>. Retrieved September 09, 2025, from</a:t>
            </a:r>
            <a:r>
              <a:rPr b="0" lang="pt-BR" sz="1600">
                <a:solidFill>
                  <a:schemeClr val="dk1"/>
                </a:solidFill>
                <a:uFill>
                  <a:noFill/>
                </a:uFill>
                <a:hlinkClick r:id="rId3">
                  <a:extLst>
                    <a:ext uri="{A12FA001-AC4F-418D-AE19-62706E023703}">
                      <ahyp:hlinkClr val="tx"/>
                    </a:ext>
                  </a:extLst>
                </a:hlinkClick>
              </a:rPr>
              <a:t> </a:t>
            </a:r>
            <a:r>
              <a:rPr b="0" lang="pt-BR" sz="1600" u="sng">
                <a:solidFill>
                  <a:srgbClr val="1155CC"/>
                </a:solidFill>
                <a:hlinkClick r:id="rId4">
                  <a:extLst>
                    <a:ext uri="{A12FA001-AC4F-418D-AE19-62706E023703}">
                      <ahyp:hlinkClr val="tx"/>
                    </a:ext>
                  </a:extLst>
                </a:hlinkClick>
              </a:rPr>
              <a:t>https://www.instagram.com/p/CEl4k96pLnK/</a:t>
            </a:r>
            <a:br>
              <a:rPr b="0" lang="pt-BR" sz="1600">
                <a:solidFill>
                  <a:schemeClr val="dk1"/>
                </a:solidFill>
              </a:rPr>
            </a:br>
            <a:br>
              <a:rPr b="0" lang="pt-BR" sz="1600">
                <a:solidFill>
                  <a:schemeClr val="dk1"/>
                </a:solidFill>
              </a:rPr>
            </a:br>
            <a:r>
              <a:rPr b="0" lang="pt-BR" sz="1600">
                <a:solidFill>
                  <a:schemeClr val="dk1"/>
                </a:solidFill>
              </a:rPr>
              <a:t> DevMedia. (n.d.). Trabalhando com testes exploratórios. Retrieved September 09, 2025, from</a:t>
            </a:r>
            <a:r>
              <a:rPr b="0" lang="pt-BR" sz="1600">
                <a:solidFill>
                  <a:schemeClr val="dk1"/>
                </a:solidFill>
                <a:uFill>
                  <a:noFill/>
                </a:uFill>
                <a:hlinkClick r:id="rId5">
                  <a:extLst>
                    <a:ext uri="{A12FA001-AC4F-418D-AE19-62706E023703}">
                      <ahyp:hlinkClr val="tx"/>
                    </a:ext>
                  </a:extLst>
                </a:hlinkClick>
              </a:rPr>
              <a:t> </a:t>
            </a:r>
            <a:r>
              <a:rPr b="0" lang="pt-BR" sz="1600" u="sng">
                <a:solidFill>
                  <a:srgbClr val="1155CC"/>
                </a:solidFill>
                <a:hlinkClick r:id="rId6">
                  <a:extLst>
                    <a:ext uri="{A12FA001-AC4F-418D-AE19-62706E023703}">
                      <ahyp:hlinkClr val="tx"/>
                    </a:ext>
                  </a:extLst>
                </a:hlinkClick>
              </a:rPr>
              <a:t>https://www.devmedia.com.br/trabalhando-com-testes-exploratorios/30528</a:t>
            </a:r>
            <a:endParaRPr b="0" sz="1600" u="sng">
              <a:solidFill>
                <a:srgbClr val="1155CC"/>
              </a:solidFill>
            </a:endParaRPr>
          </a:p>
        </p:txBody>
      </p:sp>
      <p:sp>
        <p:nvSpPr>
          <p:cNvPr id="413" name="Google Shape;413;p44"/>
          <p:cNvSpPr txBox="1"/>
          <p:nvPr>
            <p:ph idx="12" type="sldNum"/>
          </p:nvPr>
        </p:nvSpPr>
        <p:spPr>
          <a:xfrm>
            <a:off x="10122408" y="301752"/>
            <a:ext cx="1673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pt-BR" sz="1200">
                <a:solidFill>
                  <a:schemeClr val="dk2"/>
                </a:solidFill>
                <a:latin typeface="Arial"/>
                <a:ea typeface="Arial"/>
                <a:cs typeface="Arial"/>
                <a:sym typeface="Arial"/>
              </a:rPr>
              <a:t>‹#›</a:t>
            </a:fld>
            <a:endParaRPr sz="1200">
              <a:solidFill>
                <a:schemeClr val="dk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5"/>
          <p:cNvSpPr txBox="1"/>
          <p:nvPr>
            <p:ph type="title"/>
          </p:nvPr>
        </p:nvSpPr>
        <p:spPr>
          <a:xfrm>
            <a:off x="2032078" y="2575326"/>
            <a:ext cx="6675120" cy="1702816"/>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rgbClr val="FFFFFF"/>
              </a:buClr>
              <a:buSzPts val="6000"/>
              <a:buFont typeface="Arial"/>
              <a:buNone/>
            </a:pPr>
            <a:r>
              <a:rPr b="0" i="0" lang="pt-BR" sz="6000" u="none" cap="none" strike="noStrike">
                <a:solidFill>
                  <a:srgbClr val="FFFFFF"/>
                </a:solidFill>
                <a:latin typeface="Arial"/>
                <a:ea typeface="Arial"/>
                <a:cs typeface="Arial"/>
                <a:sym typeface="Arial"/>
              </a:rPr>
              <a:t>THANK</a:t>
            </a:r>
            <a:r>
              <a:rPr lang="pt-BR" sz="6000">
                <a:solidFill>
                  <a:srgbClr val="FFFFFF"/>
                </a:solidFill>
              </a:rPr>
              <a:t> YOU!</a:t>
            </a:r>
            <a:endParaRPr b="0" i="0" sz="60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